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Sales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7860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Indonesia E-Commerce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Maulana Aldi Pradana  •  XII TJKT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800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CE6F0"/>
                </a:solidFill>
                <a:latin typeface="Aptos"/>
              </a:rPr>
              <a:t>Final Project &amp; Portfolio — Junior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Background &amp;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Why the analysis was conducted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• Data transaksi e-commerce perlu diubah menjadi informasi yang dapat digunakan untuk membaca performa penjualan.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• Analisis difokuskan pada revenue, order volume, quantity, AOV, produk, wilayah, payment method, cancellation, dan return.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• Pertanyaan utama: bagaimana memahami pola performa transaksi dan menentukan area yang perlu dimonitor berdasarkan evidence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46E78"/>
                </a:solidFill>
                <a:latin typeface="Aptos"/>
              </a:rPr>
              <a:t>Sales Performance Analysis  |  Maulana Aldi Pradana  |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Analytical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Mengukur KPI utama: Revenue, Orders, Quantity, AOV, Cancellation Rate, dan Return Rate.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Mengidentifikasi pola penjualan dari waktu ke waktu.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Mengidentifikasi kategori produk dan provinsi dengan kontribusi revenue terbesar.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Menganalisis pola metode pembayaran.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Menyusun Root Cause Analysis dan rekomendasi berbasis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46E78"/>
                </a:solidFill>
                <a:latin typeface="Aptos"/>
              </a:rPr>
              <a:t>Sales Performance Analysis  |  Maulana Aldi Pradana  |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Dataset &amp; Analytical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Data used after cleaning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28600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71600"/>
            <a:ext cx="1956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673352"/>
            <a:ext cx="1956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18.868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03120"/>
            <a:ext cx="1956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234440"/>
            <a:ext cx="228600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1371600"/>
            <a:ext cx="1956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673352"/>
            <a:ext cx="1956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2103120"/>
            <a:ext cx="1956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after cleaning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234440"/>
            <a:ext cx="228600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1371600"/>
            <a:ext cx="1956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PROVINCES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1673352"/>
            <a:ext cx="1956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2103120"/>
            <a:ext cx="1956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distinct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234440"/>
            <a:ext cx="228600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371600"/>
            <a:ext cx="1956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1673352"/>
            <a:ext cx="1956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640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103120"/>
            <a:ext cx="1956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distinct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8036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• Periode: Desember 2023 – November 2025.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• Clean Dataset digunakan sebagai sumber analisis.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• Raw dataset tetap dipertahankan dan tidak dimodifikasi.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• Profit dan Customers tidak dihitung karena cost/profit dan Customer_ID tidak tersedia.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46E78"/>
                </a:solidFill>
                <a:latin typeface="Aptos"/>
              </a:rPr>
              <a:t>Sales Performance Analysis  |  Maulana Aldi Pradana  |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Data Preparation &amp;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From raw transactions to analysis-ready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423160" cy="1874519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08760"/>
            <a:ext cx="20939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10512"/>
            <a:ext cx="209397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880360"/>
            <a:ext cx="20939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Missing value, duplicate, tipe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23160" cy="1874519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508760"/>
            <a:ext cx="20939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810512"/>
            <a:ext cx="209397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Normalize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880360"/>
            <a:ext cx="20939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Payment &amp; order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2423160" cy="1874519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508760"/>
            <a:ext cx="20939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810512"/>
            <a:ext cx="209397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Datetime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880360"/>
            <a:ext cx="20939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Primary order datetime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371600"/>
            <a:ext cx="2423160" cy="1874519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1" y="1508760"/>
            <a:ext cx="20939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1" y="1810512"/>
            <a:ext cx="209397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Derive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1" y="2880360"/>
            <a:ext cx="20939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Year, month, cancellation,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86200"/>
            <a:ext cx="102412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18.868 rows tetap dipertahankan setelah cleaning.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Duplicate order_id = 0.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Quantity coverage = 98,50%; missing quantity tidak diimputasi.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Payment method dan order status dinormalisasi agar konsisten.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46E78"/>
                </a:solidFill>
                <a:latin typeface="Aptos"/>
              </a:rPr>
              <a:t>Sales Performance Analysis  |  Maulana Aldi Pradana  |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KPI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Validated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214884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325880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627632"/>
            <a:ext cx="18196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Rp962,1 jt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57400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Total Payment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188720"/>
            <a:ext cx="214884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325880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1627632"/>
            <a:ext cx="18196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18.868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057400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188720"/>
            <a:ext cx="214884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1325880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QUANTITY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627632"/>
            <a:ext cx="18196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47.688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057400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units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188720"/>
            <a:ext cx="214884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325880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AOV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1627632"/>
            <a:ext cx="18196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Rp50.991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2057400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per order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1188720"/>
            <a:ext cx="182880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2952" y="1325880"/>
            <a:ext cx="14996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CANCEL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2" y="1627632"/>
            <a:ext cx="14996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13,64%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2057400"/>
            <a:ext cx="14996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788920"/>
            <a:ext cx="214884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2926079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227832"/>
            <a:ext cx="18196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0,76%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657600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order 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2788920"/>
            <a:ext cx="214884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2926079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RETURN QTY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44952" y="3227832"/>
            <a:ext cx="18196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353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4952" y="3657600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units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66360" y="2788920"/>
            <a:ext cx="214884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30952" y="2926079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DISCOUNT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0952" y="3227832"/>
            <a:ext cx="18196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Rp8,0 jt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0952" y="3657600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926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E78"/>
                </a:solidFill>
                <a:latin typeface="Aptos"/>
              </a:rPr>
              <a:t>Profit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3246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ptos"/>
              </a:rPr>
              <a:t>N/A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675887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cost tidak tersedia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29260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E78"/>
                </a:solidFill>
                <a:latin typeface="Aptos"/>
              </a:rPr>
              <a:t>Customers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3246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ptos"/>
              </a:rPr>
              <a:t>N/A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3675887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Customer_ID tidak tersedia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46E78"/>
                </a:solidFill>
                <a:latin typeface="Aptos"/>
              </a:rPr>
              <a:t>Sales Performance Analysis  |  Maulana Aldi Pradana  |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Sales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Monthly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• Revenue tertinggi: 2024-09 — Rp71.520.722.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• Orders tertinggi: 2024-08 — 1.293 order.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• AOV tertinggi: 2025-03 — Rp69.889.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• Korelasi Revenue–Orders bulanan: 0.9079.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• Korelasi Revenue–Quantity bulanan: 0.8512.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• Desember 2024 dan Juli 2025 tidak memiliki transaksi tercatat; tidak dianggap sebagai revenue =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46E78"/>
                </a:solidFill>
                <a:latin typeface="Aptos"/>
              </a:rPr>
              <a:t>Sales Performance Analysis  |  Maulana Aldi Pradana  |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Product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Revenue concentration across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Top 10 kategori menyumbang 80.43% dari total revenue.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Kategori revenue terbesar: Seal / Baut / Roof — Rp246.424.246.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Volume order dan AOV perlu dibaca bersama untuk memahami kontribusi produk.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3246120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2743200"/>
                <a:gridCol w="2377440"/>
              </a:tblGrid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Seal / Baut / Roof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Rp246.424.246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Celengan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Rp134.729.610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5.083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Mangkok Sambal / Saus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Rp118.788.703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3.253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Nampan / Tray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Rp88.563.892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1.140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Lunch Box / Rantang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Rp43.508.411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492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46E78"/>
                </a:solidFill>
                <a:latin typeface="Aptos"/>
              </a:rPr>
              <a:t>Sales Performance Analysis  |  Maulana Aldi Pradana  |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Regional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Revenue by province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Top 5 provinsi menyumbang 74.34% dari total revenue.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Revenue tertinggi: JAWA BARAT — Rp247.638.372.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Jawa Barat juga memiliki volume order tertinggi dalam analisis regional.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Konsentrasi regional perlu dimonitor agar perubahan performa wilayah utama cepat terlihat.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46E78"/>
                </a:solidFill>
                <a:latin typeface="Aptos"/>
              </a:rPr>
              <a:t>Sales Performance Analysis  |  Maulana Aldi Pradana  |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Payment Method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Revenue, order volume, and AOV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2011680"/>
                <a:gridCol w="2377440"/>
              </a:tblGrid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AOV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COD (Bayar di Tempat)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Rp353.622.584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10.100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Rp35.012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Saldo ShopeePay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Rp210.574.412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3.209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Rp65.620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Online 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Rp209.312.678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2.754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Rp76.003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SPayLater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Rp90.359.944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1.303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Rp69.348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7200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COD memiliki order share terbesar.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Beberapa metode non-COD memiliki AOV lebih tinggi.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Perbedaan AOV bersifat deskriptif dan tidak membuktikan hubungan sebab-akibat.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46E78"/>
                </a:solidFill>
                <a:latin typeface="Aptos"/>
              </a:rPr>
              <a:t>Sales Performance Analysis  |  Maulana Aldi Pradana  |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Cancellation &amp; Return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Operational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3017520" cy="15544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63039"/>
            <a:ext cx="26883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CANCELLED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764792"/>
            <a:ext cx="26883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2.573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14600"/>
            <a:ext cx="26883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13,64% of 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017520" cy="15544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463039"/>
            <a:ext cx="26883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RETURNED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1764792"/>
            <a:ext cx="26883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143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514600"/>
            <a:ext cx="26883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0,76% of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25880"/>
            <a:ext cx="3017520" cy="15544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463039"/>
            <a:ext cx="26883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RETURNED QUANTITY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764792"/>
            <a:ext cx="26883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353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514600"/>
            <a:ext cx="26883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104241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• Seluruh order berstatus Batal memiliki Total Pembayaran Rp0 dalam dataset.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• Return perlu dimonitor berdasarkan kategori dan wilayah.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• Tiga alasan pembatalan teratas mencakup 58,56% dari cancellation reasons yang tercatat.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46E78"/>
                </a:solidFill>
                <a:latin typeface="Aptos"/>
              </a:rPr>
              <a:t>Sales Performance Analysis  |  Maulana Aldi Pradana  |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Root 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Evidence-based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Cancellation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2344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32A34"/>
                </a:solidFill>
                <a:latin typeface="Aptos"/>
              </a:rPr>
              <a:t>2.573 orders / 13,64%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Monitor alasan pembatalan dan proses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3774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32A34"/>
                </a:solidFill>
                <a:latin typeface="Aptos"/>
              </a:rPr>
              <a:t>143 orders / 353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377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Monitor kategori dan wilayah dengan return tinggi.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Product concentration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5204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32A34"/>
                </a:solidFill>
                <a:latin typeface="Aptos"/>
              </a:rPr>
              <a:t>Top 10 = 80.43%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520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Protect and monitor high-contribution categories.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Regional 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6634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32A34"/>
                </a:solidFill>
                <a:latin typeface="Aptos"/>
              </a:rPr>
              <a:t>Top 5 = 74.34%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663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Monitor regional performance regularly.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6E78"/>
                </a:solidFill>
                <a:latin typeface="Aptos"/>
              </a:rPr>
              <a:t>Catatan: kemungkinan driver operasional tidak dianggap sebagai fakta jika tidak didukung field dataset.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46E78"/>
                </a:solidFill>
                <a:latin typeface="Aptos"/>
              </a:rPr>
              <a:t>Sales Performance Analysis  |  Maulana Aldi Pradana  |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Actions derived from the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29000" cy="16916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371600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673352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Monitor cancellation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560320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Track cancellation rate and reasons regularly.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3429000" cy="16916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371600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673352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Monitor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560320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Prioritize categories and provinces with higher return quantity.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234440"/>
            <a:ext cx="3429000" cy="16916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371600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1673352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Protect key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560320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Monitor availability and performance of major revenue contributors.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83280"/>
            <a:ext cx="3429000" cy="16916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520440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822191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Regional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709160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Compare revenue, orders, and AOV across provinces.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383280"/>
            <a:ext cx="3429000" cy="16916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3520440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822191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Payment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4709160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Track payment mix, revenue share, order share, and AOV.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383280"/>
            <a:ext cx="3429000" cy="16916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3520440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46E78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3822191"/>
            <a:ext cx="30998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Improve data completeness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4709160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6E78"/>
                </a:solidFill>
                <a:latin typeface="Aptos"/>
              </a:rPr>
              <a:t>Add Customer_ID, Product_ID, cost, profit, and operational fields.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46E78"/>
                </a:solidFill>
                <a:latin typeface="Aptos"/>
              </a:rPr>
              <a:t>Sales Performance Analysis  |  Maulana Aldi Pradana  |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46E78"/>
                </a:solidFill>
                <a:latin typeface="Aptos"/>
              </a:rPr>
              <a:t>Final business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Revenue berkaitan kuat secara deskriptif dengan volume transaksi: Revenue–Orders 0.9079.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Revenue terkonsentrasi pada produk dan wilayah utama: Top 10 kategori 80.43%, Top 5 provinsi 74.34%.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Cancellation rate 13,64% dan return rate 0,76% menjadi indikator operasional utama.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Dashboard dan rekomendasi telah disusun berdasarkan evidence yang tersedia.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Analisis profitability dan customer performance membutuhkan data tambahan seperti cost/profit dan Customer_ID.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F4E79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646E78"/>
                </a:solidFill>
                <a:latin typeface="Aptos"/>
              </a:rPr>
              <a:t>Sales Performance Analysis  |  Maulana Aldi Pradana  |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