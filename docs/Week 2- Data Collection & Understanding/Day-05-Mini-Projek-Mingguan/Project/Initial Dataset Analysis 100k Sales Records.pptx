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nter Semi-Bold" charset="1" panose="02000503000000020004"/>
      <p:regular r:id="rId13"/>
    </p:embeddedFont>
    <p:embeddedFont>
      <p:font typeface="Pinyon Script" charset="1" panose="020105010801010D0002"/>
      <p:regular r:id="rId14"/>
    </p:embeddedFont>
    <p:embeddedFont>
      <p:font typeface="Inter Extra-Light" charset="1" panose="02000503000000020004"/>
      <p:regular r:id="rId15"/>
    </p:embeddedFont>
    <p:embeddedFont>
      <p:font typeface="Inter Bold" charset="1" panose="02000503000000020004"/>
      <p:regular r:id="rId16"/>
    </p:embeddedFont>
    <p:embeddedFont>
      <p:font typeface="Inter" charset="1" panose="0200050300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41.png" Type="http://schemas.openxmlformats.org/officeDocument/2006/relationships/image"/><Relationship Id="rId17" Target="../media/image42.svg" Type="http://schemas.openxmlformats.org/officeDocument/2006/relationships/image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media/image48.png" Type="http://schemas.openxmlformats.org/officeDocument/2006/relationships/image"/><Relationship Id="rId14" Target="../media/image49.svg" Type="http://schemas.openxmlformats.org/officeDocument/2006/relationships/image"/><Relationship Id="rId15" Target="../media/image35.png" Type="http://schemas.openxmlformats.org/officeDocument/2006/relationships/image"/><Relationship Id="rId16" Target="../media/image36.svg" Type="http://schemas.openxmlformats.org/officeDocument/2006/relationships/image"/><Relationship Id="rId17" Target="../media/image50.png" Type="http://schemas.openxmlformats.org/officeDocument/2006/relationships/image"/><Relationship Id="rId18" Target="../media/image51.svg" Type="http://schemas.openxmlformats.org/officeDocument/2006/relationships/image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59.png" Type="http://schemas.openxmlformats.org/officeDocument/2006/relationships/image"/><Relationship Id="rId14" Target="../media/image60.sv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17" Target="../media/image46.png" Type="http://schemas.openxmlformats.org/officeDocument/2006/relationships/image"/><Relationship Id="rId18" Target="../media/image47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sv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13" Target="../media/image70.png" Type="http://schemas.openxmlformats.org/officeDocument/2006/relationships/image"/><Relationship Id="rId14" Target="../media/image71.svg" Type="http://schemas.openxmlformats.org/officeDocument/2006/relationships/image"/><Relationship Id="rId2" Target="../media/image63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svg" Type="http://schemas.openxmlformats.org/officeDocument/2006/relationships/image"/><Relationship Id="rId11" Target="../media/image78.png" Type="http://schemas.openxmlformats.org/officeDocument/2006/relationships/image"/><Relationship Id="rId12" Target="../media/image79.svg" Type="http://schemas.openxmlformats.org/officeDocument/2006/relationships/image"/><Relationship Id="rId13" Target="../media/image80.png" Type="http://schemas.openxmlformats.org/officeDocument/2006/relationships/image"/><Relationship Id="rId14" Target="../media/image81.svg" Type="http://schemas.openxmlformats.org/officeDocument/2006/relationships/image"/><Relationship Id="rId15" Target="../media/image82.png" Type="http://schemas.openxmlformats.org/officeDocument/2006/relationships/image"/><Relationship Id="rId16" Target="../media/image83.svg" Type="http://schemas.openxmlformats.org/officeDocument/2006/relationships/image"/><Relationship Id="rId17" Target="../media/image84.png" Type="http://schemas.openxmlformats.org/officeDocument/2006/relationships/image"/><Relationship Id="rId18" Target="../media/image85.svg" Type="http://schemas.openxmlformats.org/officeDocument/2006/relationships/image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4.png" Type="http://schemas.openxmlformats.org/officeDocument/2006/relationships/image"/><Relationship Id="rId8" Target="../media/image75.svg" Type="http://schemas.openxmlformats.org/officeDocument/2006/relationships/image"/><Relationship Id="rId9" Target="../media/image7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4E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81070" y="3430040"/>
            <a:ext cx="7157101" cy="2735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</a:pPr>
            <a:r>
              <a:rPr lang="en-US" b="true" sz="10559" spc="-67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nitial Dataset</a:t>
            </a:r>
          </a:p>
          <a:p>
            <a:pPr algn="l" marL="0" indent="0" lvl="0">
              <a:lnSpc>
                <a:spcPts val="10559"/>
              </a:lnSpc>
            </a:pPr>
            <a:r>
              <a:rPr lang="en-US" b="true" sz="10559" spc="-67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Analysis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30187" y="2240397"/>
            <a:ext cx="6707924" cy="866882"/>
            <a:chOff x="0" y="0"/>
            <a:chExt cx="1766696" cy="2283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66696" cy="228315"/>
            </a:xfrm>
            <a:custGeom>
              <a:avLst/>
              <a:gdLst/>
              <a:ahLst/>
              <a:cxnLst/>
              <a:rect r="r" b="b" t="t" l="l"/>
              <a:pathLst>
                <a:path h="228315" w="1766696">
                  <a:moveTo>
                    <a:pt x="114157" y="0"/>
                  </a:moveTo>
                  <a:lnTo>
                    <a:pt x="1652539" y="0"/>
                  </a:lnTo>
                  <a:cubicBezTo>
                    <a:pt x="1682815" y="0"/>
                    <a:pt x="1711852" y="12027"/>
                    <a:pt x="1733260" y="33436"/>
                  </a:cubicBezTo>
                  <a:cubicBezTo>
                    <a:pt x="1754669" y="54845"/>
                    <a:pt x="1766696" y="83881"/>
                    <a:pt x="1766696" y="114157"/>
                  </a:cubicBezTo>
                  <a:lnTo>
                    <a:pt x="1766696" y="114157"/>
                  </a:lnTo>
                  <a:cubicBezTo>
                    <a:pt x="1766696" y="144434"/>
                    <a:pt x="1754669" y="173470"/>
                    <a:pt x="1733260" y="194879"/>
                  </a:cubicBezTo>
                  <a:cubicBezTo>
                    <a:pt x="1711852" y="216287"/>
                    <a:pt x="1682815" y="228315"/>
                    <a:pt x="1652539" y="228315"/>
                  </a:cubicBezTo>
                  <a:lnTo>
                    <a:pt x="114157" y="228315"/>
                  </a:lnTo>
                  <a:cubicBezTo>
                    <a:pt x="83881" y="228315"/>
                    <a:pt x="54845" y="216287"/>
                    <a:pt x="33436" y="194879"/>
                  </a:cubicBezTo>
                  <a:cubicBezTo>
                    <a:pt x="12027" y="173470"/>
                    <a:pt x="0" y="144434"/>
                    <a:pt x="0" y="114157"/>
                  </a:cubicBezTo>
                  <a:lnTo>
                    <a:pt x="0" y="114157"/>
                  </a:lnTo>
                  <a:cubicBezTo>
                    <a:pt x="0" y="83881"/>
                    <a:pt x="12027" y="54845"/>
                    <a:pt x="33436" y="33436"/>
                  </a:cubicBezTo>
                  <a:cubicBezTo>
                    <a:pt x="54845" y="12027"/>
                    <a:pt x="83881" y="0"/>
                    <a:pt x="1141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66696" cy="266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94623" y="293789"/>
            <a:ext cx="3070743" cy="3070743"/>
          </a:xfrm>
          <a:custGeom>
            <a:avLst/>
            <a:gdLst/>
            <a:ahLst/>
            <a:cxnLst/>
            <a:rect r="r" b="b" t="t" l="l"/>
            <a:pathLst>
              <a:path h="3070743" w="3070743">
                <a:moveTo>
                  <a:pt x="0" y="0"/>
                </a:moveTo>
                <a:lnTo>
                  <a:pt x="3070743" y="0"/>
                </a:lnTo>
                <a:lnTo>
                  <a:pt x="3070743" y="3070743"/>
                </a:lnTo>
                <a:lnTo>
                  <a:pt x="0" y="3070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6066" y="3469576"/>
            <a:ext cx="3392938" cy="201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206"/>
              </a:lnSpc>
            </a:pPr>
            <a:r>
              <a:rPr lang="en-US" sz="15206" spc="-973">
                <a:solidFill>
                  <a:srgbClr val="FFFFFF"/>
                </a:solidFill>
                <a:latin typeface="Pinyon Script"/>
                <a:ea typeface="Pinyon Script"/>
                <a:cs typeface="Pinyon Script"/>
                <a:sym typeface="Pinyon Script"/>
              </a:rPr>
              <a:t>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1706" y="7664606"/>
            <a:ext cx="5244855" cy="866882"/>
            <a:chOff x="0" y="0"/>
            <a:chExt cx="1381361" cy="2283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1361" cy="228315"/>
            </a:xfrm>
            <a:custGeom>
              <a:avLst/>
              <a:gdLst/>
              <a:ahLst/>
              <a:cxnLst/>
              <a:rect r="r" b="b" t="t" l="l"/>
              <a:pathLst>
                <a:path h="228315" w="1381361">
                  <a:moveTo>
                    <a:pt x="114157" y="0"/>
                  </a:moveTo>
                  <a:lnTo>
                    <a:pt x="1267204" y="0"/>
                  </a:lnTo>
                  <a:cubicBezTo>
                    <a:pt x="1297480" y="0"/>
                    <a:pt x="1326517" y="12027"/>
                    <a:pt x="1347925" y="33436"/>
                  </a:cubicBezTo>
                  <a:cubicBezTo>
                    <a:pt x="1369334" y="54845"/>
                    <a:pt x="1381361" y="83881"/>
                    <a:pt x="1381361" y="114157"/>
                  </a:cubicBezTo>
                  <a:lnTo>
                    <a:pt x="1381361" y="114157"/>
                  </a:lnTo>
                  <a:cubicBezTo>
                    <a:pt x="1381361" y="144434"/>
                    <a:pt x="1369334" y="173470"/>
                    <a:pt x="1347925" y="194879"/>
                  </a:cubicBezTo>
                  <a:cubicBezTo>
                    <a:pt x="1326517" y="216287"/>
                    <a:pt x="1297480" y="228315"/>
                    <a:pt x="1267204" y="228315"/>
                  </a:cubicBezTo>
                  <a:lnTo>
                    <a:pt x="114157" y="228315"/>
                  </a:lnTo>
                  <a:cubicBezTo>
                    <a:pt x="83881" y="228315"/>
                    <a:pt x="54845" y="216287"/>
                    <a:pt x="33436" y="194879"/>
                  </a:cubicBezTo>
                  <a:cubicBezTo>
                    <a:pt x="12027" y="173470"/>
                    <a:pt x="0" y="144434"/>
                    <a:pt x="0" y="114157"/>
                  </a:cubicBezTo>
                  <a:lnTo>
                    <a:pt x="0" y="114157"/>
                  </a:lnTo>
                  <a:cubicBezTo>
                    <a:pt x="0" y="83881"/>
                    <a:pt x="12027" y="54845"/>
                    <a:pt x="33436" y="33436"/>
                  </a:cubicBezTo>
                  <a:cubicBezTo>
                    <a:pt x="54845" y="12027"/>
                    <a:pt x="83881" y="0"/>
                    <a:pt x="1141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81361" cy="266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09240" y="-2448961"/>
            <a:ext cx="5485499" cy="5485499"/>
          </a:xfrm>
          <a:custGeom>
            <a:avLst/>
            <a:gdLst/>
            <a:ahLst/>
            <a:cxnLst/>
            <a:rect r="r" b="b" t="t" l="l"/>
            <a:pathLst>
              <a:path h="5485499" w="5485499">
                <a:moveTo>
                  <a:pt x="0" y="0"/>
                </a:moveTo>
                <a:lnTo>
                  <a:pt x="5485499" y="0"/>
                </a:lnTo>
                <a:lnTo>
                  <a:pt x="5485499" y="5485500"/>
                </a:lnTo>
                <a:lnTo>
                  <a:pt x="0" y="548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974578" y="6165399"/>
            <a:ext cx="820276" cy="817293"/>
          </a:xfrm>
          <a:custGeom>
            <a:avLst/>
            <a:gdLst/>
            <a:ahLst/>
            <a:cxnLst/>
            <a:rect r="r" b="b" t="t" l="l"/>
            <a:pathLst>
              <a:path h="817293" w="820276">
                <a:moveTo>
                  <a:pt x="0" y="0"/>
                </a:moveTo>
                <a:lnTo>
                  <a:pt x="820276" y="0"/>
                </a:lnTo>
                <a:lnTo>
                  <a:pt x="820276" y="817293"/>
                </a:lnTo>
                <a:lnTo>
                  <a:pt x="0" y="8172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-249708" y="9194855"/>
            <a:ext cx="6784384" cy="27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7"/>
              </a:lnSpc>
            </a:pPr>
            <a:r>
              <a:rPr lang="en-US" sz="1597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Presented by Maulana Aldi Pradana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8646" y="8010815"/>
            <a:ext cx="5050973" cy="2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69"/>
              </a:lnSpc>
            </a:pPr>
            <a:r>
              <a:rPr lang="en-US" b="true" sz="2199" spc="-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Start Presentation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930187" y="3876764"/>
            <a:ext cx="6454529" cy="4093914"/>
            <a:chOff x="0" y="0"/>
            <a:chExt cx="8606039" cy="545855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8606039" cy="5350940"/>
              <a:chOff x="0" y="0"/>
              <a:chExt cx="1238346" cy="76996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38346" cy="769961"/>
              </a:xfrm>
              <a:custGeom>
                <a:avLst/>
                <a:gdLst/>
                <a:ahLst/>
                <a:cxnLst/>
                <a:rect r="r" b="b" t="t" l="l"/>
                <a:pathLst>
                  <a:path h="769961" w="1238346">
                    <a:moveTo>
                      <a:pt x="30485" y="0"/>
                    </a:moveTo>
                    <a:lnTo>
                      <a:pt x="1207861" y="0"/>
                    </a:lnTo>
                    <a:cubicBezTo>
                      <a:pt x="1224697" y="0"/>
                      <a:pt x="1238346" y="13648"/>
                      <a:pt x="1238346" y="30485"/>
                    </a:cubicBezTo>
                    <a:lnTo>
                      <a:pt x="1238346" y="739476"/>
                    </a:lnTo>
                    <a:cubicBezTo>
                      <a:pt x="1238346" y="756313"/>
                      <a:pt x="1224697" y="769961"/>
                      <a:pt x="1207861" y="769961"/>
                    </a:cubicBezTo>
                    <a:lnTo>
                      <a:pt x="30485" y="769961"/>
                    </a:lnTo>
                    <a:cubicBezTo>
                      <a:pt x="13648" y="769961"/>
                      <a:pt x="0" y="756313"/>
                      <a:pt x="0" y="739476"/>
                    </a:cubicBezTo>
                    <a:lnTo>
                      <a:pt x="0" y="30485"/>
                    </a:lnTo>
                    <a:cubicBezTo>
                      <a:pt x="0" y="13648"/>
                      <a:pt x="13648" y="0"/>
                      <a:pt x="3048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2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38346" cy="8080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0">
              <a:off x="-456097" y="767491"/>
              <a:ext cx="9518234" cy="5484247"/>
            </a:xfrm>
            <a:prstGeom prst="rect">
              <a:avLst/>
            </a:prstGeom>
          </p:spPr>
        </p:pic>
        <p:sp>
          <p:nvSpPr>
            <p:cNvPr name="TextBox 20" id="20"/>
            <p:cNvSpPr txBox="true"/>
            <p:nvPr/>
          </p:nvSpPr>
          <p:spPr>
            <a:xfrm rot="0">
              <a:off x="555828" y="382481"/>
              <a:ext cx="2903260" cy="408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236"/>
                </a:lnSpc>
              </a:pPr>
              <a:r>
                <a:rPr lang="en-US" b="true" sz="2236" spc="-35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100K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999547" y="417638"/>
              <a:ext cx="2044596" cy="572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32"/>
                </a:lnSpc>
              </a:pPr>
              <a:r>
                <a:rPr lang="en-US" sz="15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Sales</a:t>
              </a:r>
            </a:p>
            <a:p>
              <a:pPr algn="l" marL="0" indent="0" lvl="0">
                <a:lnSpc>
                  <a:spcPts val="1632"/>
                </a:lnSpc>
              </a:pPr>
              <a:r>
                <a:rPr lang="en-US" sz="15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Records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866524" y="3646851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840184" y="685896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8"/>
                </a:lnTo>
                <a:lnTo>
                  <a:pt x="0" y="68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264072" y="6516050"/>
            <a:ext cx="820276" cy="817293"/>
          </a:xfrm>
          <a:custGeom>
            <a:avLst/>
            <a:gdLst/>
            <a:ahLst/>
            <a:cxnLst/>
            <a:rect r="r" b="b" t="t" l="l"/>
            <a:pathLst>
              <a:path h="817293" w="820276">
                <a:moveTo>
                  <a:pt x="0" y="0"/>
                </a:moveTo>
                <a:lnTo>
                  <a:pt x="820276" y="0"/>
                </a:lnTo>
                <a:lnTo>
                  <a:pt x="820276" y="817294"/>
                </a:lnTo>
                <a:lnTo>
                  <a:pt x="0" y="8172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1431044" y="6924697"/>
            <a:ext cx="5485499" cy="5485499"/>
          </a:xfrm>
          <a:custGeom>
            <a:avLst/>
            <a:gdLst/>
            <a:ahLst/>
            <a:cxnLst/>
            <a:rect r="r" b="b" t="t" l="l"/>
            <a:pathLst>
              <a:path h="5485499" w="5485499">
                <a:moveTo>
                  <a:pt x="0" y="0"/>
                </a:moveTo>
                <a:lnTo>
                  <a:pt x="5485499" y="0"/>
                </a:lnTo>
                <a:lnTo>
                  <a:pt x="5485499" y="5485499"/>
                </a:lnTo>
                <a:lnTo>
                  <a:pt x="0" y="5485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820452" y="9526567"/>
            <a:ext cx="975804" cy="872125"/>
          </a:xfrm>
          <a:custGeom>
            <a:avLst/>
            <a:gdLst/>
            <a:ahLst/>
            <a:cxnLst/>
            <a:rect r="r" b="b" t="t" l="l"/>
            <a:pathLst>
              <a:path h="872125" w="975804">
                <a:moveTo>
                  <a:pt x="0" y="0"/>
                </a:moveTo>
                <a:lnTo>
                  <a:pt x="975804" y="0"/>
                </a:lnTo>
                <a:lnTo>
                  <a:pt x="975804" y="872125"/>
                </a:lnTo>
                <a:lnTo>
                  <a:pt x="0" y="872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257891" y="4900716"/>
            <a:ext cx="986846" cy="872125"/>
          </a:xfrm>
          <a:custGeom>
            <a:avLst/>
            <a:gdLst/>
            <a:ahLst/>
            <a:cxnLst/>
            <a:rect r="r" b="b" t="t" l="l"/>
            <a:pathLst>
              <a:path h="872125" w="986846">
                <a:moveTo>
                  <a:pt x="0" y="0"/>
                </a:moveTo>
                <a:lnTo>
                  <a:pt x="986845" y="0"/>
                </a:lnTo>
                <a:lnTo>
                  <a:pt x="986845" y="872125"/>
                </a:lnTo>
                <a:lnTo>
                  <a:pt x="0" y="8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9048" y="-209747"/>
            <a:ext cx="717323" cy="872125"/>
          </a:xfrm>
          <a:custGeom>
            <a:avLst/>
            <a:gdLst/>
            <a:ahLst/>
            <a:cxnLst/>
            <a:rect r="r" b="b" t="t" l="l"/>
            <a:pathLst>
              <a:path h="872125" w="717323">
                <a:moveTo>
                  <a:pt x="0" y="0"/>
                </a:moveTo>
                <a:lnTo>
                  <a:pt x="717323" y="0"/>
                </a:lnTo>
                <a:lnTo>
                  <a:pt x="717323" y="872124"/>
                </a:lnTo>
                <a:lnTo>
                  <a:pt x="0" y="8721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258040" y="9414875"/>
            <a:ext cx="747847" cy="872125"/>
          </a:xfrm>
          <a:custGeom>
            <a:avLst/>
            <a:gdLst/>
            <a:ahLst/>
            <a:cxnLst/>
            <a:rect r="r" b="b" t="t" l="l"/>
            <a:pathLst>
              <a:path h="872125" w="747847">
                <a:moveTo>
                  <a:pt x="0" y="0"/>
                </a:moveTo>
                <a:lnTo>
                  <a:pt x="747847" y="0"/>
                </a:lnTo>
                <a:lnTo>
                  <a:pt x="747847" y="872125"/>
                </a:lnTo>
                <a:lnTo>
                  <a:pt x="0" y="8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795535" y="-121636"/>
            <a:ext cx="722773" cy="872125"/>
          </a:xfrm>
          <a:custGeom>
            <a:avLst/>
            <a:gdLst/>
            <a:ahLst/>
            <a:cxnLst/>
            <a:rect r="r" b="b" t="t" l="l"/>
            <a:pathLst>
              <a:path h="872125" w="722773">
                <a:moveTo>
                  <a:pt x="0" y="0"/>
                </a:moveTo>
                <a:lnTo>
                  <a:pt x="722773" y="0"/>
                </a:lnTo>
                <a:lnTo>
                  <a:pt x="722773" y="872125"/>
                </a:lnTo>
                <a:lnTo>
                  <a:pt x="0" y="8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6999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7664421" y="5435093"/>
            <a:ext cx="862313" cy="872125"/>
          </a:xfrm>
          <a:custGeom>
            <a:avLst/>
            <a:gdLst/>
            <a:ahLst/>
            <a:cxnLst/>
            <a:rect r="r" b="b" t="t" l="l"/>
            <a:pathLst>
              <a:path h="872125" w="862313">
                <a:moveTo>
                  <a:pt x="0" y="0"/>
                </a:moveTo>
                <a:lnTo>
                  <a:pt x="862313" y="0"/>
                </a:lnTo>
                <a:lnTo>
                  <a:pt x="862313" y="872125"/>
                </a:lnTo>
                <a:lnTo>
                  <a:pt x="0" y="8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6999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576057" y="2613001"/>
            <a:ext cx="7605146" cy="2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69"/>
              </a:lnSpc>
            </a:pPr>
            <a:r>
              <a:rPr lang="en-US" b="true" sz="2199" spc="-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Analyst – Week 02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4E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38833" y="-3225580"/>
            <a:ext cx="9042180" cy="5809601"/>
          </a:xfrm>
          <a:custGeom>
            <a:avLst/>
            <a:gdLst/>
            <a:ahLst/>
            <a:cxnLst/>
            <a:rect r="r" b="b" t="t" l="l"/>
            <a:pathLst>
              <a:path h="5809601" w="9042180">
                <a:moveTo>
                  <a:pt x="0" y="0"/>
                </a:moveTo>
                <a:lnTo>
                  <a:pt x="9042180" y="0"/>
                </a:lnTo>
                <a:lnTo>
                  <a:pt x="9042180" y="5809601"/>
                </a:lnTo>
                <a:lnTo>
                  <a:pt x="0" y="5809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83678" y="1009437"/>
            <a:ext cx="6835128" cy="8268126"/>
            <a:chOff x="0" y="0"/>
            <a:chExt cx="1058940" cy="1280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8940" cy="1280949"/>
            </a:xfrm>
            <a:custGeom>
              <a:avLst/>
              <a:gdLst/>
              <a:ahLst/>
              <a:cxnLst/>
              <a:rect r="r" b="b" t="t" l="l"/>
              <a:pathLst>
                <a:path h="1280949" w="1058940">
                  <a:moveTo>
                    <a:pt x="26051" y="0"/>
                  </a:moveTo>
                  <a:lnTo>
                    <a:pt x="1032889" y="0"/>
                  </a:lnTo>
                  <a:cubicBezTo>
                    <a:pt x="1047277" y="0"/>
                    <a:pt x="1058940" y="11664"/>
                    <a:pt x="1058940" y="26051"/>
                  </a:cubicBezTo>
                  <a:lnTo>
                    <a:pt x="1058940" y="1254898"/>
                  </a:lnTo>
                  <a:cubicBezTo>
                    <a:pt x="1058940" y="1269286"/>
                    <a:pt x="1047277" y="1280949"/>
                    <a:pt x="1032889" y="1280949"/>
                  </a:cubicBezTo>
                  <a:lnTo>
                    <a:pt x="26051" y="1280949"/>
                  </a:lnTo>
                  <a:cubicBezTo>
                    <a:pt x="11664" y="1280949"/>
                    <a:pt x="0" y="1269286"/>
                    <a:pt x="0" y="1254898"/>
                  </a:cubicBezTo>
                  <a:lnTo>
                    <a:pt x="0" y="26051"/>
                  </a:lnTo>
                  <a:cubicBezTo>
                    <a:pt x="0" y="11664"/>
                    <a:pt x="11664" y="0"/>
                    <a:pt x="2605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230268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71550" y="924671"/>
            <a:ext cx="10445919" cy="203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7"/>
              </a:lnSpc>
            </a:pPr>
            <a:r>
              <a:rPr lang="en-US" b="true" sz="7827" spc="-500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Selected</a:t>
            </a:r>
          </a:p>
          <a:p>
            <a:pPr algn="l" marL="0" indent="0" lvl="0">
              <a:lnSpc>
                <a:spcPts val="7827"/>
              </a:lnSpc>
            </a:pPr>
            <a:r>
              <a:rPr lang="en-US" b="true" sz="7827" spc="-500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Dataset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572308" y="5924861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8"/>
                </a:lnTo>
                <a:lnTo>
                  <a:pt x="0" y="68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69997" y="3138072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95567" y="9601391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71410" y="-44446"/>
            <a:ext cx="973116" cy="1197681"/>
          </a:xfrm>
          <a:custGeom>
            <a:avLst/>
            <a:gdLst/>
            <a:ahLst/>
            <a:cxnLst/>
            <a:rect r="r" b="b" t="t" l="l"/>
            <a:pathLst>
              <a:path h="1197681" w="973116">
                <a:moveTo>
                  <a:pt x="0" y="0"/>
                </a:moveTo>
                <a:lnTo>
                  <a:pt x="973116" y="0"/>
                </a:lnTo>
                <a:lnTo>
                  <a:pt x="973116" y="1197681"/>
                </a:lnTo>
                <a:lnTo>
                  <a:pt x="0" y="1197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46820" y="2319050"/>
            <a:ext cx="1226229" cy="1241751"/>
          </a:xfrm>
          <a:custGeom>
            <a:avLst/>
            <a:gdLst/>
            <a:ahLst/>
            <a:cxnLst/>
            <a:rect r="r" b="b" t="t" l="l"/>
            <a:pathLst>
              <a:path h="1241751" w="1226229">
                <a:moveTo>
                  <a:pt x="0" y="0"/>
                </a:moveTo>
                <a:lnTo>
                  <a:pt x="1226229" y="0"/>
                </a:lnTo>
                <a:lnTo>
                  <a:pt x="1226229" y="1241751"/>
                </a:lnTo>
                <a:lnTo>
                  <a:pt x="0" y="12417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76705" y="9507785"/>
            <a:ext cx="1445575" cy="1170712"/>
          </a:xfrm>
          <a:custGeom>
            <a:avLst/>
            <a:gdLst/>
            <a:ahLst/>
            <a:cxnLst/>
            <a:rect r="r" b="b" t="t" l="l"/>
            <a:pathLst>
              <a:path h="1170712" w="1445575">
                <a:moveTo>
                  <a:pt x="0" y="0"/>
                </a:moveTo>
                <a:lnTo>
                  <a:pt x="1445575" y="0"/>
                </a:lnTo>
                <a:lnTo>
                  <a:pt x="1445575" y="1170712"/>
                </a:lnTo>
                <a:lnTo>
                  <a:pt x="0" y="11707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85913" y="-320779"/>
            <a:ext cx="1088795" cy="1073957"/>
          </a:xfrm>
          <a:custGeom>
            <a:avLst/>
            <a:gdLst/>
            <a:ahLst/>
            <a:cxnLst/>
            <a:rect r="r" b="b" t="t" l="l"/>
            <a:pathLst>
              <a:path h="1073957" w="1088795">
                <a:moveTo>
                  <a:pt x="0" y="0"/>
                </a:moveTo>
                <a:lnTo>
                  <a:pt x="1088795" y="0"/>
                </a:lnTo>
                <a:lnTo>
                  <a:pt x="1088795" y="1073957"/>
                </a:lnTo>
                <a:lnTo>
                  <a:pt x="0" y="10739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312895" y="-300326"/>
            <a:ext cx="843276" cy="1139562"/>
          </a:xfrm>
          <a:custGeom>
            <a:avLst/>
            <a:gdLst/>
            <a:ahLst/>
            <a:cxnLst/>
            <a:rect r="r" b="b" t="t" l="l"/>
            <a:pathLst>
              <a:path h="1139562" w="843276">
                <a:moveTo>
                  <a:pt x="0" y="0"/>
                </a:moveTo>
                <a:lnTo>
                  <a:pt x="843277" y="0"/>
                </a:lnTo>
                <a:lnTo>
                  <a:pt x="843277" y="1139563"/>
                </a:lnTo>
                <a:lnTo>
                  <a:pt x="0" y="1139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14657" y="2232904"/>
            <a:ext cx="990821" cy="1098144"/>
          </a:xfrm>
          <a:custGeom>
            <a:avLst/>
            <a:gdLst/>
            <a:ahLst/>
            <a:cxnLst/>
            <a:rect r="r" b="b" t="t" l="l"/>
            <a:pathLst>
              <a:path h="1098144" w="990821">
                <a:moveTo>
                  <a:pt x="0" y="0"/>
                </a:moveTo>
                <a:lnTo>
                  <a:pt x="990820" y="0"/>
                </a:lnTo>
                <a:lnTo>
                  <a:pt x="990820" y="1098143"/>
                </a:lnTo>
                <a:lnTo>
                  <a:pt x="0" y="10981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627884" y="3828564"/>
            <a:ext cx="1227881" cy="1225628"/>
          </a:xfrm>
          <a:custGeom>
            <a:avLst/>
            <a:gdLst/>
            <a:ahLst/>
            <a:cxnLst/>
            <a:rect r="r" b="b" t="t" l="l"/>
            <a:pathLst>
              <a:path h="1225628" w="1227881">
                <a:moveTo>
                  <a:pt x="0" y="0"/>
                </a:moveTo>
                <a:lnTo>
                  <a:pt x="1227881" y="0"/>
                </a:lnTo>
                <a:lnTo>
                  <a:pt x="1227881" y="1225628"/>
                </a:lnTo>
                <a:lnTo>
                  <a:pt x="0" y="12256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93848" y="7372785"/>
            <a:ext cx="8337382" cy="149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2"/>
              </a:lnSpc>
            </a:pPr>
            <a:r>
              <a:rPr lang="en-US" sz="2173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Dataset berisi catatan transaksi penjualan internasional dari berbagai negara dan wilayah. Data mencakup informasi region, negara, jenis produk, saluran penjualan, unit terjual, pendapatan, biaya, dan keuntungan.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3848" y="6817090"/>
            <a:ext cx="5970739" cy="33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2"/>
              </a:lnSpc>
            </a:pPr>
            <a:r>
              <a:rPr lang="en-US" b="true" sz="242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Informasi Dataset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93848" y="3823681"/>
            <a:ext cx="4093130" cy="2296296"/>
            <a:chOff x="0" y="0"/>
            <a:chExt cx="5457507" cy="306172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423714" cy="3061728"/>
              <a:chOff x="0" y="0"/>
              <a:chExt cx="1071351" cy="60478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71351" cy="604786"/>
              </a:xfrm>
              <a:custGeom>
                <a:avLst/>
                <a:gdLst/>
                <a:ahLst/>
                <a:cxnLst/>
                <a:rect r="r" b="b" t="t" l="l"/>
                <a:pathLst>
                  <a:path h="604786" w="1071351">
                    <a:moveTo>
                      <a:pt x="43774" y="0"/>
                    </a:moveTo>
                    <a:lnTo>
                      <a:pt x="1027577" y="0"/>
                    </a:lnTo>
                    <a:cubicBezTo>
                      <a:pt x="1039186" y="0"/>
                      <a:pt x="1050320" y="4612"/>
                      <a:pt x="1058530" y="12821"/>
                    </a:cubicBezTo>
                    <a:cubicBezTo>
                      <a:pt x="1066739" y="21030"/>
                      <a:pt x="1071351" y="32165"/>
                      <a:pt x="1071351" y="43774"/>
                    </a:cubicBezTo>
                    <a:lnTo>
                      <a:pt x="1071351" y="561012"/>
                    </a:lnTo>
                    <a:cubicBezTo>
                      <a:pt x="1071351" y="572621"/>
                      <a:pt x="1066739" y="583755"/>
                      <a:pt x="1058530" y="591965"/>
                    </a:cubicBezTo>
                    <a:cubicBezTo>
                      <a:pt x="1050320" y="600174"/>
                      <a:pt x="1039186" y="604786"/>
                      <a:pt x="1027577" y="604786"/>
                    </a:cubicBezTo>
                    <a:lnTo>
                      <a:pt x="43774" y="604786"/>
                    </a:lnTo>
                    <a:cubicBezTo>
                      <a:pt x="32165" y="604786"/>
                      <a:pt x="21030" y="600174"/>
                      <a:pt x="12821" y="591965"/>
                    </a:cubicBezTo>
                    <a:cubicBezTo>
                      <a:pt x="4612" y="583755"/>
                      <a:pt x="0" y="572621"/>
                      <a:pt x="0" y="561012"/>
                    </a:cubicBezTo>
                    <a:lnTo>
                      <a:pt x="0" y="43774"/>
                    </a:lnTo>
                    <a:cubicBezTo>
                      <a:pt x="0" y="32165"/>
                      <a:pt x="4612" y="21030"/>
                      <a:pt x="12821" y="12821"/>
                    </a:cubicBezTo>
                    <a:cubicBezTo>
                      <a:pt x="21030" y="4612"/>
                      <a:pt x="32165" y="0"/>
                      <a:pt x="4377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2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27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71351" cy="6428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536" y="406691"/>
              <a:ext cx="2747306" cy="1143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12"/>
                </a:lnSpc>
              </a:pPr>
              <a:r>
                <a:rPr lang="en-US" b="true" sz="6212" spc="-397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536" y="1578792"/>
              <a:ext cx="5075971" cy="1293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00"/>
                </a:lnSpc>
              </a:pPr>
              <a:r>
                <a:rPr lang="en-US" b="true" sz="240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Nama: </a:t>
              </a:r>
            </a:p>
            <a:p>
              <a:pPr algn="l" marL="0" indent="0" lvl="0">
                <a:lnSpc>
                  <a:spcPts val="2500"/>
                </a:lnSpc>
              </a:pPr>
              <a:r>
                <a:rPr lang="en-US" sz="240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100000 Sales Records</a:t>
              </a:r>
            </a:p>
            <a:p>
              <a:pPr algn="l" marL="0" indent="0" lvl="0">
                <a:lnSpc>
                  <a:spcPts val="2500"/>
                </a:lnSpc>
              </a:pPr>
              <a:r>
                <a:rPr lang="en-US" b="true" sz="240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Format: </a:t>
              </a:r>
              <a:r>
                <a:rPr lang="en-US" sz="240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CSV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96553" y="3823681"/>
            <a:ext cx="5226375" cy="2296296"/>
            <a:chOff x="0" y="0"/>
            <a:chExt cx="6968500" cy="306172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423714" cy="3061728"/>
              <a:chOff x="0" y="0"/>
              <a:chExt cx="1071351" cy="60478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71351" cy="604786"/>
              </a:xfrm>
              <a:custGeom>
                <a:avLst/>
                <a:gdLst/>
                <a:ahLst/>
                <a:cxnLst/>
                <a:rect r="r" b="b" t="t" l="l"/>
                <a:pathLst>
                  <a:path h="604786" w="1071351">
                    <a:moveTo>
                      <a:pt x="43774" y="0"/>
                    </a:moveTo>
                    <a:lnTo>
                      <a:pt x="1027577" y="0"/>
                    </a:lnTo>
                    <a:cubicBezTo>
                      <a:pt x="1039186" y="0"/>
                      <a:pt x="1050320" y="4612"/>
                      <a:pt x="1058530" y="12821"/>
                    </a:cubicBezTo>
                    <a:cubicBezTo>
                      <a:pt x="1066739" y="21030"/>
                      <a:pt x="1071351" y="32165"/>
                      <a:pt x="1071351" y="43774"/>
                    </a:cubicBezTo>
                    <a:lnTo>
                      <a:pt x="1071351" y="561012"/>
                    </a:lnTo>
                    <a:cubicBezTo>
                      <a:pt x="1071351" y="572621"/>
                      <a:pt x="1066739" y="583755"/>
                      <a:pt x="1058530" y="591965"/>
                    </a:cubicBezTo>
                    <a:cubicBezTo>
                      <a:pt x="1050320" y="600174"/>
                      <a:pt x="1039186" y="604786"/>
                      <a:pt x="1027577" y="604786"/>
                    </a:cubicBezTo>
                    <a:lnTo>
                      <a:pt x="43774" y="604786"/>
                    </a:lnTo>
                    <a:cubicBezTo>
                      <a:pt x="32165" y="604786"/>
                      <a:pt x="21030" y="600174"/>
                      <a:pt x="12821" y="591965"/>
                    </a:cubicBezTo>
                    <a:cubicBezTo>
                      <a:pt x="4612" y="583755"/>
                      <a:pt x="0" y="572621"/>
                      <a:pt x="0" y="561012"/>
                    </a:cubicBezTo>
                    <a:lnTo>
                      <a:pt x="0" y="43774"/>
                    </a:lnTo>
                    <a:cubicBezTo>
                      <a:pt x="0" y="32165"/>
                      <a:pt x="4612" y="21030"/>
                      <a:pt x="12821" y="12821"/>
                    </a:cubicBezTo>
                    <a:cubicBezTo>
                      <a:pt x="21030" y="4612"/>
                      <a:pt x="32165" y="0"/>
                      <a:pt x="4377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2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27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071351" cy="6428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78590" y="387337"/>
              <a:ext cx="2747306" cy="1143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12"/>
                </a:lnSpc>
              </a:pPr>
              <a:r>
                <a:rPr lang="en-US" b="true" sz="6212" spc="-397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478590" y="1797924"/>
              <a:ext cx="6489910" cy="865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96"/>
                </a:lnSpc>
              </a:pPr>
              <a:r>
                <a:rPr lang="en-US" b="true" sz="24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Rekaman: </a:t>
              </a:r>
              <a:r>
                <a:rPr lang="en-US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100.000</a:t>
              </a:r>
            </a:p>
            <a:p>
              <a:pPr algn="l" marL="0" indent="0" lvl="0">
                <a:lnSpc>
                  <a:spcPts val="2496"/>
                </a:lnSpc>
              </a:pPr>
              <a:r>
                <a:rPr lang="en-US" b="true" sz="24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Variabel: </a:t>
              </a:r>
              <a:r>
                <a:rPr lang="en-US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4E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2363" y="1009437"/>
            <a:ext cx="4186296" cy="8268126"/>
            <a:chOff x="0" y="0"/>
            <a:chExt cx="648567" cy="1280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8567" cy="1280949"/>
            </a:xfrm>
            <a:custGeom>
              <a:avLst/>
              <a:gdLst/>
              <a:ahLst/>
              <a:cxnLst/>
              <a:rect r="r" b="b" t="t" l="l"/>
              <a:pathLst>
                <a:path h="1280949" w="648567">
                  <a:moveTo>
                    <a:pt x="42535" y="0"/>
                  </a:moveTo>
                  <a:lnTo>
                    <a:pt x="606032" y="0"/>
                  </a:lnTo>
                  <a:cubicBezTo>
                    <a:pt x="617313" y="0"/>
                    <a:pt x="628132" y="4481"/>
                    <a:pt x="636109" y="12458"/>
                  </a:cubicBezTo>
                  <a:cubicBezTo>
                    <a:pt x="644085" y="20435"/>
                    <a:pt x="648567" y="31254"/>
                    <a:pt x="648567" y="42535"/>
                  </a:cubicBezTo>
                  <a:lnTo>
                    <a:pt x="648567" y="1238414"/>
                  </a:lnTo>
                  <a:cubicBezTo>
                    <a:pt x="648567" y="1261905"/>
                    <a:pt x="629523" y="1280949"/>
                    <a:pt x="606032" y="1280949"/>
                  </a:cubicBezTo>
                  <a:lnTo>
                    <a:pt x="42535" y="1280949"/>
                  </a:lnTo>
                  <a:cubicBezTo>
                    <a:pt x="31254" y="1280949"/>
                    <a:pt x="20435" y="1276468"/>
                    <a:pt x="12458" y="1268491"/>
                  </a:cubicBezTo>
                  <a:cubicBezTo>
                    <a:pt x="4481" y="1260514"/>
                    <a:pt x="0" y="1249695"/>
                    <a:pt x="0" y="1238414"/>
                  </a:cubicBezTo>
                  <a:lnTo>
                    <a:pt x="0" y="42535"/>
                  </a:lnTo>
                  <a:cubicBezTo>
                    <a:pt x="0" y="19044"/>
                    <a:pt x="19044" y="0"/>
                    <a:pt x="42535" y="0"/>
                  </a:cubicBezTo>
                  <a:close/>
                </a:path>
              </a:pathLst>
            </a:custGeom>
            <a:blipFill>
              <a:blip r:embed="rId2"/>
              <a:stretch>
                <a:fillRect l="-240" t="0" r="-24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44426" y="6785780"/>
            <a:ext cx="5631768" cy="2472520"/>
            <a:chOff x="0" y="0"/>
            <a:chExt cx="1483264" cy="6511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3264" cy="651199"/>
            </a:xfrm>
            <a:custGeom>
              <a:avLst/>
              <a:gdLst/>
              <a:ahLst/>
              <a:cxnLst/>
              <a:rect r="r" b="b" t="t" l="l"/>
              <a:pathLst>
                <a:path h="651199" w="1483264">
                  <a:moveTo>
                    <a:pt x="31618" y="0"/>
                  </a:moveTo>
                  <a:lnTo>
                    <a:pt x="1451646" y="0"/>
                  </a:lnTo>
                  <a:cubicBezTo>
                    <a:pt x="1469108" y="0"/>
                    <a:pt x="1483264" y="14156"/>
                    <a:pt x="1483264" y="31618"/>
                  </a:cubicBezTo>
                  <a:lnTo>
                    <a:pt x="1483264" y="619581"/>
                  </a:lnTo>
                  <a:cubicBezTo>
                    <a:pt x="1483264" y="637043"/>
                    <a:pt x="1469108" y="651199"/>
                    <a:pt x="1451646" y="651199"/>
                  </a:cubicBezTo>
                  <a:lnTo>
                    <a:pt x="31618" y="651199"/>
                  </a:lnTo>
                  <a:cubicBezTo>
                    <a:pt x="23232" y="651199"/>
                    <a:pt x="15190" y="647867"/>
                    <a:pt x="9261" y="641938"/>
                  </a:cubicBezTo>
                  <a:cubicBezTo>
                    <a:pt x="3331" y="636008"/>
                    <a:pt x="0" y="627966"/>
                    <a:pt x="0" y="619581"/>
                  </a:cubicBezTo>
                  <a:lnTo>
                    <a:pt x="0" y="31618"/>
                  </a:lnTo>
                  <a:cubicBezTo>
                    <a:pt x="0" y="23232"/>
                    <a:pt x="3331" y="15190"/>
                    <a:pt x="9261" y="9261"/>
                  </a:cubicBezTo>
                  <a:cubicBezTo>
                    <a:pt x="15190" y="3331"/>
                    <a:pt x="23232" y="0"/>
                    <a:pt x="316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83264" cy="689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27532" y="6805043"/>
            <a:ext cx="5631768" cy="2472520"/>
            <a:chOff x="0" y="0"/>
            <a:chExt cx="1483264" cy="6511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3264" cy="651199"/>
            </a:xfrm>
            <a:custGeom>
              <a:avLst/>
              <a:gdLst/>
              <a:ahLst/>
              <a:cxnLst/>
              <a:rect r="r" b="b" t="t" l="l"/>
              <a:pathLst>
                <a:path h="651199" w="1483264">
                  <a:moveTo>
                    <a:pt x="31618" y="0"/>
                  </a:moveTo>
                  <a:lnTo>
                    <a:pt x="1451646" y="0"/>
                  </a:lnTo>
                  <a:cubicBezTo>
                    <a:pt x="1469108" y="0"/>
                    <a:pt x="1483264" y="14156"/>
                    <a:pt x="1483264" y="31618"/>
                  </a:cubicBezTo>
                  <a:lnTo>
                    <a:pt x="1483264" y="619581"/>
                  </a:lnTo>
                  <a:cubicBezTo>
                    <a:pt x="1483264" y="637043"/>
                    <a:pt x="1469108" y="651199"/>
                    <a:pt x="1451646" y="651199"/>
                  </a:cubicBezTo>
                  <a:lnTo>
                    <a:pt x="31618" y="651199"/>
                  </a:lnTo>
                  <a:cubicBezTo>
                    <a:pt x="23232" y="651199"/>
                    <a:pt x="15190" y="647867"/>
                    <a:pt x="9261" y="641938"/>
                  </a:cubicBezTo>
                  <a:cubicBezTo>
                    <a:pt x="3331" y="636008"/>
                    <a:pt x="0" y="627966"/>
                    <a:pt x="0" y="619581"/>
                  </a:cubicBezTo>
                  <a:lnTo>
                    <a:pt x="0" y="31618"/>
                  </a:lnTo>
                  <a:cubicBezTo>
                    <a:pt x="0" y="23232"/>
                    <a:pt x="3331" y="15190"/>
                    <a:pt x="9261" y="9261"/>
                  </a:cubicBezTo>
                  <a:cubicBezTo>
                    <a:pt x="15190" y="3331"/>
                    <a:pt x="23232" y="0"/>
                    <a:pt x="316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83264" cy="689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657979" y="7092787"/>
            <a:ext cx="2494318" cy="1586682"/>
          </a:xfrm>
          <a:custGeom>
            <a:avLst/>
            <a:gdLst/>
            <a:ahLst/>
            <a:cxnLst/>
            <a:rect r="r" b="b" t="t" l="l"/>
            <a:pathLst>
              <a:path h="1586682" w="2494318">
                <a:moveTo>
                  <a:pt x="0" y="0"/>
                </a:moveTo>
                <a:lnTo>
                  <a:pt x="2494318" y="0"/>
                </a:lnTo>
                <a:lnTo>
                  <a:pt x="2494318" y="1586682"/>
                </a:lnTo>
                <a:lnTo>
                  <a:pt x="0" y="158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48791" y="-2543574"/>
            <a:ext cx="7973053" cy="7973053"/>
          </a:xfrm>
          <a:custGeom>
            <a:avLst/>
            <a:gdLst/>
            <a:ahLst/>
            <a:cxnLst/>
            <a:rect r="r" b="b" t="t" l="l"/>
            <a:pathLst>
              <a:path h="7973053" w="7973053">
                <a:moveTo>
                  <a:pt x="0" y="0"/>
                </a:moveTo>
                <a:lnTo>
                  <a:pt x="7973053" y="0"/>
                </a:lnTo>
                <a:lnTo>
                  <a:pt x="7973053" y="7973053"/>
                </a:lnTo>
                <a:lnTo>
                  <a:pt x="0" y="7973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808241" y="3378526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8308" y="781796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966167" y="9490550"/>
            <a:ext cx="907158" cy="865202"/>
          </a:xfrm>
          <a:custGeom>
            <a:avLst/>
            <a:gdLst/>
            <a:ahLst/>
            <a:cxnLst/>
            <a:rect r="r" b="b" t="t" l="l"/>
            <a:pathLst>
              <a:path h="865202" w="907158">
                <a:moveTo>
                  <a:pt x="0" y="0"/>
                </a:moveTo>
                <a:lnTo>
                  <a:pt x="907158" y="0"/>
                </a:lnTo>
                <a:lnTo>
                  <a:pt x="907158" y="865202"/>
                </a:lnTo>
                <a:lnTo>
                  <a:pt x="0" y="865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384179" y="9922492"/>
            <a:ext cx="887925" cy="923719"/>
          </a:xfrm>
          <a:custGeom>
            <a:avLst/>
            <a:gdLst/>
            <a:ahLst/>
            <a:cxnLst/>
            <a:rect r="r" b="b" t="t" l="l"/>
            <a:pathLst>
              <a:path h="923719" w="887925">
                <a:moveTo>
                  <a:pt x="0" y="0"/>
                </a:moveTo>
                <a:lnTo>
                  <a:pt x="887925" y="0"/>
                </a:lnTo>
                <a:lnTo>
                  <a:pt x="887925" y="923719"/>
                </a:lnTo>
                <a:lnTo>
                  <a:pt x="0" y="9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86453" y="3528816"/>
            <a:ext cx="1083542" cy="923719"/>
          </a:xfrm>
          <a:custGeom>
            <a:avLst/>
            <a:gdLst/>
            <a:ahLst/>
            <a:cxnLst/>
            <a:rect r="r" b="b" t="t" l="l"/>
            <a:pathLst>
              <a:path h="923719" w="1083542">
                <a:moveTo>
                  <a:pt x="0" y="0"/>
                </a:moveTo>
                <a:lnTo>
                  <a:pt x="1083541" y="0"/>
                </a:lnTo>
                <a:lnTo>
                  <a:pt x="1083541" y="923719"/>
                </a:lnTo>
                <a:lnTo>
                  <a:pt x="0" y="9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187666" y="-215315"/>
            <a:ext cx="702027" cy="923719"/>
          </a:xfrm>
          <a:custGeom>
            <a:avLst/>
            <a:gdLst/>
            <a:ahLst/>
            <a:cxnLst/>
            <a:rect r="r" b="b" t="t" l="l"/>
            <a:pathLst>
              <a:path h="923719" w="702027">
                <a:moveTo>
                  <a:pt x="0" y="0"/>
                </a:moveTo>
                <a:lnTo>
                  <a:pt x="702026" y="0"/>
                </a:lnTo>
                <a:lnTo>
                  <a:pt x="702026" y="923720"/>
                </a:lnTo>
                <a:lnTo>
                  <a:pt x="0" y="9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706975" y="6403588"/>
            <a:ext cx="737821" cy="923719"/>
          </a:xfrm>
          <a:custGeom>
            <a:avLst/>
            <a:gdLst/>
            <a:ahLst/>
            <a:cxnLst/>
            <a:rect r="r" b="b" t="t" l="l"/>
            <a:pathLst>
              <a:path h="923719" w="737821">
                <a:moveTo>
                  <a:pt x="0" y="0"/>
                </a:moveTo>
                <a:lnTo>
                  <a:pt x="737821" y="0"/>
                </a:lnTo>
                <a:lnTo>
                  <a:pt x="737821" y="923720"/>
                </a:lnTo>
                <a:lnTo>
                  <a:pt x="0" y="9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6999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535336" y="991346"/>
            <a:ext cx="12752664" cy="154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510"/>
              </a:lnSpc>
            </a:pPr>
            <a:r>
              <a:rPr lang="en-US" b="true" sz="11510" spc="-736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 Source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99686" y="3341808"/>
            <a:ext cx="6415683" cy="308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25"/>
              </a:lnSpc>
            </a:pPr>
            <a:r>
              <a:rPr lang="en-US" sz="194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Sumber: ExcelX Practice Data</a:t>
            </a:r>
          </a:p>
          <a:p>
            <a:pPr algn="l" marL="0" indent="0" lvl="0">
              <a:lnSpc>
                <a:spcPts val="2725"/>
              </a:lnSpc>
            </a:pPr>
            <a:r>
              <a:rPr lang="en-US" sz="194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Link Dataset: </a:t>
            </a:r>
          </a:p>
          <a:p>
            <a:pPr algn="l" marL="0" indent="0" lvl="0">
              <a:lnSpc>
                <a:spcPts val="2725"/>
              </a:lnSpc>
            </a:pPr>
            <a:r>
              <a:rPr lang="en-US" sz="194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https://excelbianalytics.com/downloads-18-sample-csv-files-data-sets-for-testing-sales/</a:t>
            </a:r>
          </a:p>
          <a:p>
            <a:pPr algn="just" marL="0" indent="0" lvl="0">
              <a:lnSpc>
                <a:spcPts val="2725"/>
              </a:lnSpc>
            </a:pPr>
            <a:r>
              <a:rPr lang="en-US" sz="194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Alasan Memilih:</a:t>
            </a:r>
          </a:p>
          <a:p>
            <a:pPr algn="just" marL="0" indent="0" lvl="0">
              <a:lnSpc>
                <a:spcPts val="2725"/>
              </a:lnSpc>
            </a:pPr>
            <a:r>
              <a:rPr lang="en-US" sz="194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Dataset besar (100.000 rekaman)</a:t>
            </a:r>
          </a:p>
          <a:p>
            <a:pPr algn="just" marL="0" indent="0" lvl="0">
              <a:lnSpc>
                <a:spcPts val="2725"/>
              </a:lnSpc>
            </a:pPr>
            <a:r>
              <a:rPr lang="en-US" sz="194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Cocok untuk pembelajaran Data Analysis</a:t>
            </a:r>
          </a:p>
          <a:p>
            <a:pPr algn="just" marL="0" indent="0" lvl="0">
              <a:lnSpc>
                <a:spcPts val="2725"/>
              </a:lnSpc>
            </a:pPr>
            <a:r>
              <a:rPr lang="en-US" sz="194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Variabel bisnis lengkap</a:t>
            </a:r>
          </a:p>
          <a:p>
            <a:pPr algn="just" marL="0" indent="0" lvl="0">
              <a:lnSpc>
                <a:spcPts val="2725"/>
              </a:lnSpc>
            </a:pPr>
            <a:r>
              <a:rPr lang="en-US" sz="194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Mudah diproses menggunakan Python dan Pandas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4426" y="2853493"/>
            <a:ext cx="4924255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0"/>
              </a:lnSpc>
            </a:pPr>
            <a:r>
              <a:rPr lang="en-US" b="true" sz="2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Sumber &amp; Alasan Pemilihan Dataset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46074" y="7508283"/>
            <a:ext cx="3295265" cy="12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29"/>
              </a:lnSpc>
            </a:pPr>
            <a:r>
              <a:rPr lang="en-US" b="true" sz="9129" spc="-58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4+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93706" y="7950026"/>
            <a:ext cx="4536706" cy="29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7"/>
              </a:lnSpc>
            </a:pPr>
            <a:r>
              <a:rPr lang="en-US" b="true" sz="212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Alasan Memilih Dataset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09447" y="8005319"/>
            <a:ext cx="5221824" cy="277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5"/>
              </a:lnSpc>
            </a:pPr>
            <a:r>
              <a:rPr lang="en-US" b="true" sz="195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Sumber Data Terpercaya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4E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1550" y="934196"/>
            <a:ext cx="10445919" cy="31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2"/>
              </a:lnSpc>
            </a:pPr>
            <a:r>
              <a:rPr lang="en-US" b="true" sz="11502" spc="26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Dataset</a:t>
            </a:r>
          </a:p>
          <a:p>
            <a:pPr algn="l" marL="0" indent="0" lvl="0">
              <a:lnSpc>
                <a:spcPts val="12192"/>
              </a:lnSpc>
            </a:pPr>
            <a:r>
              <a:rPr lang="en-US" b="true" sz="11502" spc="26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Structure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082288" y="6372660"/>
            <a:ext cx="8177012" cy="2885640"/>
            <a:chOff x="0" y="0"/>
            <a:chExt cx="1266833" cy="447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6833" cy="447061"/>
            </a:xfrm>
            <a:custGeom>
              <a:avLst/>
              <a:gdLst/>
              <a:ahLst/>
              <a:cxnLst/>
              <a:rect r="r" b="b" t="t" l="l"/>
              <a:pathLst>
                <a:path h="447061" w="1266833">
                  <a:moveTo>
                    <a:pt x="21776" y="0"/>
                  </a:moveTo>
                  <a:lnTo>
                    <a:pt x="1245057" y="0"/>
                  </a:lnTo>
                  <a:cubicBezTo>
                    <a:pt x="1257084" y="0"/>
                    <a:pt x="1266833" y="9750"/>
                    <a:pt x="1266833" y="21776"/>
                  </a:cubicBezTo>
                  <a:lnTo>
                    <a:pt x="1266833" y="425285"/>
                  </a:lnTo>
                  <a:cubicBezTo>
                    <a:pt x="1266833" y="437312"/>
                    <a:pt x="1257084" y="447061"/>
                    <a:pt x="1245057" y="447061"/>
                  </a:cubicBezTo>
                  <a:lnTo>
                    <a:pt x="21776" y="447061"/>
                  </a:lnTo>
                  <a:cubicBezTo>
                    <a:pt x="9750" y="447061"/>
                    <a:pt x="0" y="437312"/>
                    <a:pt x="0" y="425285"/>
                  </a:cubicBezTo>
                  <a:lnTo>
                    <a:pt x="0" y="21776"/>
                  </a:lnTo>
                  <a:cubicBezTo>
                    <a:pt x="0" y="9750"/>
                    <a:pt x="9750" y="0"/>
                    <a:pt x="21776" y="0"/>
                  </a:cubicBezTo>
                  <a:close/>
                </a:path>
              </a:pathLst>
            </a:custGeom>
            <a:blipFill>
              <a:blip r:embed="rId2"/>
              <a:stretch>
                <a:fillRect l="-42013" t="0" r="-21230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623459" y="7365010"/>
            <a:ext cx="2629241" cy="2163808"/>
            <a:chOff x="0" y="0"/>
            <a:chExt cx="3505655" cy="288507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505655" cy="2885077"/>
              <a:chOff x="0" y="0"/>
              <a:chExt cx="605902" cy="4986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05902" cy="498644"/>
              </a:xfrm>
              <a:custGeom>
                <a:avLst/>
                <a:gdLst/>
                <a:ahLst/>
                <a:cxnLst/>
                <a:rect r="r" b="b" t="t" l="l"/>
                <a:pathLst>
                  <a:path h="498644" w="605902">
                    <a:moveTo>
                      <a:pt x="77401" y="0"/>
                    </a:moveTo>
                    <a:lnTo>
                      <a:pt x="528501" y="0"/>
                    </a:lnTo>
                    <a:cubicBezTo>
                      <a:pt x="549029" y="0"/>
                      <a:pt x="568717" y="8155"/>
                      <a:pt x="583232" y="22670"/>
                    </a:cubicBezTo>
                    <a:cubicBezTo>
                      <a:pt x="597748" y="37186"/>
                      <a:pt x="605902" y="56873"/>
                      <a:pt x="605902" y="77401"/>
                    </a:cubicBezTo>
                    <a:lnTo>
                      <a:pt x="605902" y="421243"/>
                    </a:lnTo>
                    <a:cubicBezTo>
                      <a:pt x="605902" y="441771"/>
                      <a:pt x="597748" y="461459"/>
                      <a:pt x="583232" y="475974"/>
                    </a:cubicBezTo>
                    <a:cubicBezTo>
                      <a:pt x="568717" y="490490"/>
                      <a:pt x="549029" y="498644"/>
                      <a:pt x="528501" y="498644"/>
                    </a:cubicBezTo>
                    <a:lnTo>
                      <a:pt x="77401" y="498644"/>
                    </a:lnTo>
                    <a:cubicBezTo>
                      <a:pt x="56873" y="498644"/>
                      <a:pt x="37186" y="490490"/>
                      <a:pt x="22670" y="475974"/>
                    </a:cubicBezTo>
                    <a:cubicBezTo>
                      <a:pt x="8155" y="461459"/>
                      <a:pt x="0" y="441771"/>
                      <a:pt x="0" y="421243"/>
                    </a:cubicBezTo>
                    <a:lnTo>
                      <a:pt x="0" y="77401"/>
                    </a:lnTo>
                    <a:cubicBezTo>
                      <a:pt x="0" y="56873"/>
                      <a:pt x="8155" y="37186"/>
                      <a:pt x="22670" y="22670"/>
                    </a:cubicBezTo>
                    <a:cubicBezTo>
                      <a:pt x="37186" y="8155"/>
                      <a:pt x="56873" y="0"/>
                      <a:pt x="7740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2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27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05902" cy="5367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824027" y="444977"/>
              <a:ext cx="1716327" cy="2063245"/>
            </a:xfrm>
            <a:custGeom>
              <a:avLst/>
              <a:gdLst/>
              <a:ahLst/>
              <a:cxnLst/>
              <a:rect r="r" b="b" t="t" l="l"/>
              <a:pathLst>
                <a:path h="2063245" w="1716327">
                  <a:moveTo>
                    <a:pt x="0" y="0"/>
                  </a:moveTo>
                  <a:lnTo>
                    <a:pt x="1716327" y="0"/>
                  </a:lnTo>
                  <a:lnTo>
                    <a:pt x="1716327" y="2063245"/>
                  </a:lnTo>
                  <a:lnTo>
                    <a:pt x="0" y="20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23350" y="7365010"/>
            <a:ext cx="2589004" cy="2130693"/>
            <a:chOff x="0" y="0"/>
            <a:chExt cx="3452005" cy="284092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3452005" cy="2840924"/>
              <a:chOff x="0" y="0"/>
              <a:chExt cx="605902" cy="49864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05902" cy="498644"/>
              </a:xfrm>
              <a:custGeom>
                <a:avLst/>
                <a:gdLst/>
                <a:ahLst/>
                <a:cxnLst/>
                <a:rect r="r" b="b" t="t" l="l"/>
                <a:pathLst>
                  <a:path h="498644" w="605902">
                    <a:moveTo>
                      <a:pt x="77401" y="0"/>
                    </a:moveTo>
                    <a:lnTo>
                      <a:pt x="528501" y="0"/>
                    </a:lnTo>
                    <a:cubicBezTo>
                      <a:pt x="549029" y="0"/>
                      <a:pt x="568717" y="8155"/>
                      <a:pt x="583232" y="22670"/>
                    </a:cubicBezTo>
                    <a:cubicBezTo>
                      <a:pt x="597748" y="37186"/>
                      <a:pt x="605902" y="56873"/>
                      <a:pt x="605902" y="77401"/>
                    </a:cubicBezTo>
                    <a:lnTo>
                      <a:pt x="605902" y="421243"/>
                    </a:lnTo>
                    <a:cubicBezTo>
                      <a:pt x="605902" y="441771"/>
                      <a:pt x="597748" y="461459"/>
                      <a:pt x="583232" y="475974"/>
                    </a:cubicBezTo>
                    <a:cubicBezTo>
                      <a:pt x="568717" y="490490"/>
                      <a:pt x="549029" y="498644"/>
                      <a:pt x="528501" y="498644"/>
                    </a:cubicBezTo>
                    <a:lnTo>
                      <a:pt x="77401" y="498644"/>
                    </a:lnTo>
                    <a:cubicBezTo>
                      <a:pt x="56873" y="498644"/>
                      <a:pt x="37186" y="490490"/>
                      <a:pt x="22670" y="475974"/>
                    </a:cubicBezTo>
                    <a:cubicBezTo>
                      <a:pt x="8155" y="461459"/>
                      <a:pt x="0" y="441771"/>
                      <a:pt x="0" y="421243"/>
                    </a:cubicBezTo>
                    <a:lnTo>
                      <a:pt x="0" y="77401"/>
                    </a:lnTo>
                    <a:cubicBezTo>
                      <a:pt x="0" y="56873"/>
                      <a:pt x="8155" y="37186"/>
                      <a:pt x="22670" y="22670"/>
                    </a:cubicBezTo>
                    <a:cubicBezTo>
                      <a:pt x="37186" y="8155"/>
                      <a:pt x="56873" y="0"/>
                      <a:pt x="7740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2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270000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05902" cy="5367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667015" y="306008"/>
              <a:ext cx="2117974" cy="2227795"/>
            </a:xfrm>
            <a:custGeom>
              <a:avLst/>
              <a:gdLst/>
              <a:ahLst/>
              <a:cxnLst/>
              <a:rect r="r" b="b" t="t" l="l"/>
              <a:pathLst>
                <a:path h="2227795" w="2117974">
                  <a:moveTo>
                    <a:pt x="0" y="0"/>
                  </a:moveTo>
                  <a:lnTo>
                    <a:pt x="2117975" y="0"/>
                  </a:lnTo>
                  <a:lnTo>
                    <a:pt x="2117975" y="2227795"/>
                  </a:lnTo>
                  <a:lnTo>
                    <a:pt x="0" y="2227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6127566" y="-3425872"/>
            <a:ext cx="5824990" cy="5824990"/>
          </a:xfrm>
          <a:custGeom>
            <a:avLst/>
            <a:gdLst/>
            <a:ahLst/>
            <a:cxnLst/>
            <a:rect r="r" b="b" t="t" l="l"/>
            <a:pathLst>
              <a:path h="5824990" w="5824990">
                <a:moveTo>
                  <a:pt x="0" y="0"/>
                </a:moveTo>
                <a:lnTo>
                  <a:pt x="5824991" y="0"/>
                </a:lnTo>
                <a:lnTo>
                  <a:pt x="5824991" y="5824990"/>
                </a:lnTo>
                <a:lnTo>
                  <a:pt x="0" y="58249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19418" y="8915496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8"/>
                </a:lnTo>
                <a:lnTo>
                  <a:pt x="0" y="685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923760" y="2844626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436508" y="1358144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229994" y="9452264"/>
            <a:ext cx="830344" cy="1000414"/>
          </a:xfrm>
          <a:custGeom>
            <a:avLst/>
            <a:gdLst/>
            <a:ahLst/>
            <a:cxnLst/>
            <a:rect r="r" b="b" t="t" l="l"/>
            <a:pathLst>
              <a:path h="1000414" w="830344">
                <a:moveTo>
                  <a:pt x="0" y="0"/>
                </a:moveTo>
                <a:lnTo>
                  <a:pt x="830344" y="0"/>
                </a:lnTo>
                <a:lnTo>
                  <a:pt x="830344" y="1000414"/>
                </a:lnTo>
                <a:lnTo>
                  <a:pt x="0" y="10004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583150" y="7012958"/>
            <a:ext cx="1165896" cy="1111973"/>
          </a:xfrm>
          <a:custGeom>
            <a:avLst/>
            <a:gdLst/>
            <a:ahLst/>
            <a:cxnLst/>
            <a:rect r="r" b="b" t="t" l="l"/>
            <a:pathLst>
              <a:path h="1111973" w="1165896">
                <a:moveTo>
                  <a:pt x="0" y="0"/>
                </a:moveTo>
                <a:lnTo>
                  <a:pt x="1165896" y="0"/>
                </a:lnTo>
                <a:lnTo>
                  <a:pt x="1165896" y="1111973"/>
                </a:lnTo>
                <a:lnTo>
                  <a:pt x="0" y="11119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927633" y="2854369"/>
            <a:ext cx="1346733" cy="1136306"/>
          </a:xfrm>
          <a:custGeom>
            <a:avLst/>
            <a:gdLst/>
            <a:ahLst/>
            <a:cxnLst/>
            <a:rect r="r" b="b" t="t" l="l"/>
            <a:pathLst>
              <a:path h="1136306" w="1346733">
                <a:moveTo>
                  <a:pt x="0" y="0"/>
                </a:moveTo>
                <a:lnTo>
                  <a:pt x="1346733" y="0"/>
                </a:lnTo>
                <a:lnTo>
                  <a:pt x="1346733" y="1136306"/>
                </a:lnTo>
                <a:lnTo>
                  <a:pt x="0" y="11363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287070" y="-454286"/>
            <a:ext cx="1141177" cy="1187180"/>
          </a:xfrm>
          <a:custGeom>
            <a:avLst/>
            <a:gdLst/>
            <a:ahLst/>
            <a:cxnLst/>
            <a:rect r="r" b="b" t="t" l="l"/>
            <a:pathLst>
              <a:path h="1187180" w="1141177">
                <a:moveTo>
                  <a:pt x="0" y="0"/>
                </a:moveTo>
                <a:lnTo>
                  <a:pt x="1141177" y="0"/>
                </a:lnTo>
                <a:lnTo>
                  <a:pt x="1141177" y="1187181"/>
                </a:lnTo>
                <a:lnTo>
                  <a:pt x="0" y="11871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6999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52434" y="592892"/>
            <a:ext cx="2844626" cy="2261478"/>
          </a:xfrm>
          <a:custGeom>
            <a:avLst/>
            <a:gdLst/>
            <a:ahLst/>
            <a:cxnLst/>
            <a:rect r="r" b="b" t="t" l="l"/>
            <a:pathLst>
              <a:path h="2261478" w="2844626">
                <a:moveTo>
                  <a:pt x="0" y="0"/>
                </a:moveTo>
                <a:lnTo>
                  <a:pt x="2844626" y="0"/>
                </a:lnTo>
                <a:lnTo>
                  <a:pt x="2844626" y="2261477"/>
                </a:lnTo>
                <a:lnTo>
                  <a:pt x="0" y="226147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039655" y="3056489"/>
            <a:ext cx="7370350" cy="118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5"/>
              </a:lnSpc>
            </a:pPr>
            <a:r>
              <a:rPr lang="en-US" sz="229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Jumlah Kolom dalam dataset. Dataset terdiri dari 100.000 baris rekaman transaksi penjualan internasional yang siap dianalisis.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39655" y="4529006"/>
            <a:ext cx="7370350" cy="118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5"/>
              </a:lnSpc>
            </a:pPr>
            <a:r>
              <a:rPr lang="en-US" sz="229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Baris: 100.000 | Kolom: 14</a:t>
            </a:r>
          </a:p>
          <a:p>
            <a:pPr algn="just" marL="0" indent="0" lvl="0">
              <a:lnSpc>
                <a:spcPts val="3215"/>
              </a:lnSpc>
            </a:pPr>
            <a:r>
              <a:rPr lang="en-US" sz="2296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df.info() menampilkan ringkasan tipe data dan jumlah nilai non-null pada setiap kolom.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4886723"/>
            <a:ext cx="6073732" cy="198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2"/>
              </a:lnSpc>
            </a:pPr>
            <a:r>
              <a:rPr lang="en-US" sz="2308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Tipe Data:</a:t>
            </a:r>
          </a:p>
          <a:p>
            <a:pPr algn="just" marL="0" indent="0" lvl="0">
              <a:lnSpc>
                <a:spcPts val="3232"/>
              </a:lnSpc>
            </a:pPr>
            <a:r>
              <a:rPr lang="en-US" sz="2308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Object: 7 kolom</a:t>
            </a:r>
          </a:p>
          <a:p>
            <a:pPr algn="just" marL="0" indent="0" lvl="0">
              <a:lnSpc>
                <a:spcPts val="3232"/>
              </a:lnSpc>
            </a:pPr>
            <a:r>
              <a:rPr lang="en-US" sz="2308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Integer: 2 kolom</a:t>
            </a:r>
          </a:p>
          <a:p>
            <a:pPr algn="just" marL="0" indent="0" lvl="0">
              <a:lnSpc>
                <a:spcPts val="3232"/>
              </a:lnSpc>
            </a:pPr>
            <a:r>
              <a:rPr lang="en-US" sz="2308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Float: 5 kolom</a:t>
            </a:r>
          </a:p>
          <a:p>
            <a:pPr algn="just" marL="0" indent="0" lvl="0">
              <a:lnSpc>
                <a:spcPts val="3232"/>
              </a:lnSpc>
            </a:pPr>
            <a:r>
              <a:rPr lang="en-US" sz="2308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Dataset berhasil dimuat menggunakan Pandas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4280546"/>
            <a:ext cx="5533855" cy="30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</a:pPr>
            <a:r>
              <a:rPr lang="en-US" b="true" sz="230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Struktur Dataset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4E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5728" y="-1677048"/>
            <a:ext cx="3354096" cy="3354096"/>
          </a:xfrm>
          <a:custGeom>
            <a:avLst/>
            <a:gdLst/>
            <a:ahLst/>
            <a:cxnLst/>
            <a:rect r="r" b="b" t="t" l="l"/>
            <a:pathLst>
              <a:path h="3354096" w="3354096">
                <a:moveTo>
                  <a:pt x="0" y="0"/>
                </a:moveTo>
                <a:lnTo>
                  <a:pt x="3354097" y="0"/>
                </a:lnTo>
                <a:lnTo>
                  <a:pt x="3354097" y="3354096"/>
                </a:lnTo>
                <a:lnTo>
                  <a:pt x="0" y="3354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1550" y="972296"/>
            <a:ext cx="9666629" cy="26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16"/>
              </a:lnSpc>
            </a:pPr>
            <a:r>
              <a:rPr lang="en-US" b="true" sz="10116" spc="-64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Important Variables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401771" y="1028700"/>
            <a:ext cx="3876558" cy="8229600"/>
            <a:chOff x="0" y="0"/>
            <a:chExt cx="600580" cy="12749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0580" cy="1274980"/>
            </a:xfrm>
            <a:custGeom>
              <a:avLst/>
              <a:gdLst/>
              <a:ahLst/>
              <a:cxnLst/>
              <a:rect r="r" b="b" t="t" l="l"/>
              <a:pathLst>
                <a:path h="1274980" w="600580">
                  <a:moveTo>
                    <a:pt x="45934" y="0"/>
                  </a:moveTo>
                  <a:lnTo>
                    <a:pt x="554647" y="0"/>
                  </a:lnTo>
                  <a:cubicBezTo>
                    <a:pt x="566829" y="0"/>
                    <a:pt x="578512" y="4839"/>
                    <a:pt x="587127" y="13454"/>
                  </a:cubicBezTo>
                  <a:cubicBezTo>
                    <a:pt x="595741" y="22068"/>
                    <a:pt x="600580" y="33751"/>
                    <a:pt x="600580" y="45934"/>
                  </a:cubicBezTo>
                  <a:lnTo>
                    <a:pt x="600580" y="1229047"/>
                  </a:lnTo>
                  <a:cubicBezTo>
                    <a:pt x="600580" y="1241229"/>
                    <a:pt x="595741" y="1252913"/>
                    <a:pt x="587127" y="1261527"/>
                  </a:cubicBezTo>
                  <a:cubicBezTo>
                    <a:pt x="578512" y="1270141"/>
                    <a:pt x="566829" y="1274980"/>
                    <a:pt x="554647" y="1274980"/>
                  </a:cubicBezTo>
                  <a:lnTo>
                    <a:pt x="45934" y="1274980"/>
                  </a:lnTo>
                  <a:cubicBezTo>
                    <a:pt x="33751" y="1274980"/>
                    <a:pt x="22068" y="1270141"/>
                    <a:pt x="13454" y="1261527"/>
                  </a:cubicBezTo>
                  <a:cubicBezTo>
                    <a:pt x="4839" y="1252913"/>
                    <a:pt x="0" y="1241229"/>
                    <a:pt x="0" y="1229047"/>
                  </a:cubicBezTo>
                  <a:lnTo>
                    <a:pt x="0" y="45934"/>
                  </a:lnTo>
                  <a:cubicBezTo>
                    <a:pt x="0" y="33751"/>
                    <a:pt x="4839" y="22068"/>
                    <a:pt x="13454" y="13454"/>
                  </a:cubicBezTo>
                  <a:cubicBezTo>
                    <a:pt x="22068" y="4839"/>
                    <a:pt x="33751" y="0"/>
                    <a:pt x="45934" y="0"/>
                  </a:cubicBezTo>
                  <a:close/>
                </a:path>
              </a:pathLst>
            </a:custGeom>
            <a:blipFill>
              <a:blip r:embed="rId4"/>
              <a:stretch>
                <a:fillRect l="-153" t="0" r="-15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505678" y="5248652"/>
            <a:ext cx="3753622" cy="4009648"/>
            <a:chOff x="0" y="0"/>
            <a:chExt cx="581534" cy="6211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534" cy="621199"/>
            </a:xfrm>
            <a:custGeom>
              <a:avLst/>
              <a:gdLst/>
              <a:ahLst/>
              <a:cxnLst/>
              <a:rect r="r" b="b" t="t" l="l"/>
              <a:pathLst>
                <a:path h="621199" w="581534">
                  <a:moveTo>
                    <a:pt x="47438" y="0"/>
                  </a:moveTo>
                  <a:lnTo>
                    <a:pt x="534096" y="0"/>
                  </a:lnTo>
                  <a:cubicBezTo>
                    <a:pt x="560296" y="0"/>
                    <a:pt x="581534" y="21239"/>
                    <a:pt x="581534" y="47438"/>
                  </a:cubicBezTo>
                  <a:lnTo>
                    <a:pt x="581534" y="573761"/>
                  </a:lnTo>
                  <a:cubicBezTo>
                    <a:pt x="581534" y="599961"/>
                    <a:pt x="560296" y="621199"/>
                    <a:pt x="534096" y="621199"/>
                  </a:cubicBezTo>
                  <a:lnTo>
                    <a:pt x="47438" y="621199"/>
                  </a:lnTo>
                  <a:cubicBezTo>
                    <a:pt x="34857" y="621199"/>
                    <a:pt x="22791" y="616201"/>
                    <a:pt x="13894" y="607305"/>
                  </a:cubicBezTo>
                  <a:cubicBezTo>
                    <a:pt x="4998" y="598409"/>
                    <a:pt x="0" y="586343"/>
                    <a:pt x="0" y="573761"/>
                  </a:cubicBezTo>
                  <a:lnTo>
                    <a:pt x="0" y="47438"/>
                  </a:lnTo>
                  <a:cubicBezTo>
                    <a:pt x="0" y="21239"/>
                    <a:pt x="21239" y="0"/>
                    <a:pt x="4743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61" r="0" b="-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05678" y="1028700"/>
            <a:ext cx="3753622" cy="4009648"/>
            <a:chOff x="0" y="0"/>
            <a:chExt cx="581534" cy="6211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1534" cy="621199"/>
            </a:xfrm>
            <a:custGeom>
              <a:avLst/>
              <a:gdLst/>
              <a:ahLst/>
              <a:cxnLst/>
              <a:rect r="r" b="b" t="t" l="l"/>
              <a:pathLst>
                <a:path h="621199" w="581534">
                  <a:moveTo>
                    <a:pt x="47438" y="0"/>
                  </a:moveTo>
                  <a:lnTo>
                    <a:pt x="534096" y="0"/>
                  </a:lnTo>
                  <a:cubicBezTo>
                    <a:pt x="560296" y="0"/>
                    <a:pt x="581534" y="21239"/>
                    <a:pt x="581534" y="47438"/>
                  </a:cubicBezTo>
                  <a:lnTo>
                    <a:pt x="581534" y="573761"/>
                  </a:lnTo>
                  <a:cubicBezTo>
                    <a:pt x="581534" y="599961"/>
                    <a:pt x="560296" y="621199"/>
                    <a:pt x="534096" y="621199"/>
                  </a:cubicBezTo>
                  <a:lnTo>
                    <a:pt x="47438" y="621199"/>
                  </a:lnTo>
                  <a:cubicBezTo>
                    <a:pt x="34857" y="621199"/>
                    <a:pt x="22791" y="616201"/>
                    <a:pt x="13894" y="607305"/>
                  </a:cubicBezTo>
                  <a:cubicBezTo>
                    <a:pt x="4998" y="598409"/>
                    <a:pt x="0" y="586343"/>
                    <a:pt x="0" y="573761"/>
                  </a:cubicBezTo>
                  <a:lnTo>
                    <a:pt x="0" y="47438"/>
                  </a:lnTo>
                  <a:cubicBezTo>
                    <a:pt x="0" y="21239"/>
                    <a:pt x="21239" y="0"/>
                    <a:pt x="4743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1" r="0" b="-6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3904" y="7484186"/>
            <a:ext cx="8047451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Variabel-variabel ini saling berkaitan membentuk alur analisis bisnis: dari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Region &amp; Country sebagai dimensi geografis,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Item Type &amp; Sales Channel sebagai dimensi produk,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Units Sold, Total Revenue, Total Cost, dan Total Profit sebagai metrik kinerja.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3904" y="7096582"/>
            <a:ext cx="4924255" cy="29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1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Variabel Utama Dataset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3904" y="3913497"/>
            <a:ext cx="3780443" cy="2460006"/>
            <a:chOff x="0" y="0"/>
            <a:chExt cx="5040590" cy="328000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040590" cy="3280008"/>
              <a:chOff x="0" y="0"/>
              <a:chExt cx="995672" cy="6479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5672" cy="647903"/>
              </a:xfrm>
              <a:custGeom>
                <a:avLst/>
                <a:gdLst/>
                <a:ahLst/>
                <a:cxnLst/>
                <a:rect r="r" b="b" t="t" l="l"/>
                <a:pathLst>
                  <a:path h="647903" w="995672">
                    <a:moveTo>
                      <a:pt x="47101" y="0"/>
                    </a:moveTo>
                    <a:lnTo>
                      <a:pt x="948571" y="0"/>
                    </a:lnTo>
                    <a:cubicBezTo>
                      <a:pt x="974584" y="0"/>
                      <a:pt x="995672" y="21088"/>
                      <a:pt x="995672" y="47101"/>
                    </a:cubicBezTo>
                    <a:lnTo>
                      <a:pt x="995672" y="600802"/>
                    </a:lnTo>
                    <a:cubicBezTo>
                      <a:pt x="995672" y="613294"/>
                      <a:pt x="990710" y="625274"/>
                      <a:pt x="981877" y="634107"/>
                    </a:cubicBezTo>
                    <a:cubicBezTo>
                      <a:pt x="973043" y="642940"/>
                      <a:pt x="961063" y="647903"/>
                      <a:pt x="948571" y="647903"/>
                    </a:cubicBezTo>
                    <a:lnTo>
                      <a:pt x="47101" y="647903"/>
                    </a:lnTo>
                    <a:cubicBezTo>
                      <a:pt x="34609" y="647903"/>
                      <a:pt x="22629" y="642940"/>
                      <a:pt x="13796" y="634107"/>
                    </a:cubicBezTo>
                    <a:cubicBezTo>
                      <a:pt x="4962" y="625274"/>
                      <a:pt x="0" y="613294"/>
                      <a:pt x="0" y="600802"/>
                    </a:cubicBezTo>
                    <a:lnTo>
                      <a:pt x="0" y="47101"/>
                    </a:lnTo>
                    <a:cubicBezTo>
                      <a:pt x="0" y="34609"/>
                      <a:pt x="4962" y="22629"/>
                      <a:pt x="13796" y="13796"/>
                    </a:cubicBezTo>
                    <a:cubicBezTo>
                      <a:pt x="22629" y="4962"/>
                      <a:pt x="34609" y="0"/>
                      <a:pt x="4710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2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27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95672" cy="686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691987" y="379692"/>
              <a:ext cx="1692098" cy="1713250"/>
            </a:xfrm>
            <a:custGeom>
              <a:avLst/>
              <a:gdLst/>
              <a:ahLst/>
              <a:cxnLst/>
              <a:rect r="r" b="b" t="t" l="l"/>
              <a:pathLst>
                <a:path h="1713250" w="1692098">
                  <a:moveTo>
                    <a:pt x="0" y="0"/>
                  </a:moveTo>
                  <a:lnTo>
                    <a:pt x="1692098" y="0"/>
                  </a:lnTo>
                  <a:lnTo>
                    <a:pt x="1692098" y="1713249"/>
                  </a:lnTo>
                  <a:lnTo>
                    <a:pt x="0" y="1713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581162" y="2190538"/>
              <a:ext cx="3878266" cy="655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77"/>
                </a:lnSpc>
              </a:pPr>
              <a:r>
                <a:rPr lang="en-US" b="true" sz="180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Region • Country</a:t>
              </a:r>
            </a:p>
            <a:p>
              <a:pPr algn="ctr" marL="0" indent="0" lvl="0">
                <a:lnSpc>
                  <a:spcPts val="1877"/>
                </a:lnSpc>
              </a:pPr>
              <a:r>
                <a:rPr lang="en-US" b="true" sz="180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Item Type • Sales Channel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05301" y="3947699"/>
            <a:ext cx="3780443" cy="2460006"/>
            <a:chOff x="0" y="0"/>
            <a:chExt cx="5040590" cy="328000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040590" cy="3280008"/>
              <a:chOff x="0" y="0"/>
              <a:chExt cx="995672" cy="64790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95672" cy="647903"/>
              </a:xfrm>
              <a:custGeom>
                <a:avLst/>
                <a:gdLst/>
                <a:ahLst/>
                <a:cxnLst/>
                <a:rect r="r" b="b" t="t" l="l"/>
                <a:pathLst>
                  <a:path h="647903" w="995672">
                    <a:moveTo>
                      <a:pt x="47101" y="0"/>
                    </a:moveTo>
                    <a:lnTo>
                      <a:pt x="948571" y="0"/>
                    </a:lnTo>
                    <a:cubicBezTo>
                      <a:pt x="974584" y="0"/>
                      <a:pt x="995672" y="21088"/>
                      <a:pt x="995672" y="47101"/>
                    </a:cubicBezTo>
                    <a:lnTo>
                      <a:pt x="995672" y="600802"/>
                    </a:lnTo>
                    <a:cubicBezTo>
                      <a:pt x="995672" y="613294"/>
                      <a:pt x="990710" y="625274"/>
                      <a:pt x="981877" y="634107"/>
                    </a:cubicBezTo>
                    <a:cubicBezTo>
                      <a:pt x="973043" y="642940"/>
                      <a:pt x="961063" y="647903"/>
                      <a:pt x="948571" y="647903"/>
                    </a:cubicBezTo>
                    <a:lnTo>
                      <a:pt x="47101" y="647903"/>
                    </a:lnTo>
                    <a:cubicBezTo>
                      <a:pt x="34609" y="647903"/>
                      <a:pt x="22629" y="642940"/>
                      <a:pt x="13796" y="634107"/>
                    </a:cubicBezTo>
                    <a:cubicBezTo>
                      <a:pt x="4962" y="625274"/>
                      <a:pt x="0" y="613294"/>
                      <a:pt x="0" y="600802"/>
                    </a:cubicBezTo>
                    <a:lnTo>
                      <a:pt x="0" y="47101"/>
                    </a:lnTo>
                    <a:cubicBezTo>
                      <a:pt x="0" y="34609"/>
                      <a:pt x="4962" y="22629"/>
                      <a:pt x="13796" y="13796"/>
                    </a:cubicBezTo>
                    <a:cubicBezTo>
                      <a:pt x="22629" y="4962"/>
                      <a:pt x="34609" y="0"/>
                      <a:pt x="4710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2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27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995672" cy="686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1725784" y="122917"/>
              <a:ext cx="1582685" cy="1698645"/>
            </a:xfrm>
            <a:custGeom>
              <a:avLst/>
              <a:gdLst/>
              <a:ahLst/>
              <a:cxnLst/>
              <a:rect r="r" b="b" t="t" l="l"/>
              <a:pathLst>
                <a:path h="1698645" w="1582685">
                  <a:moveTo>
                    <a:pt x="0" y="0"/>
                  </a:moveTo>
                  <a:lnTo>
                    <a:pt x="1582685" y="0"/>
                  </a:lnTo>
                  <a:lnTo>
                    <a:pt x="1582685" y="1698645"/>
                  </a:lnTo>
                  <a:lnTo>
                    <a:pt x="0" y="1698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581162" y="2190538"/>
              <a:ext cx="3878266" cy="655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77"/>
                </a:lnSpc>
              </a:pPr>
              <a:r>
                <a:rPr lang="en-US" b="true" sz="180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Units Sold • Revenue</a:t>
              </a:r>
            </a:p>
            <a:p>
              <a:pPr algn="ctr" marL="0" indent="0" lvl="0">
                <a:lnSpc>
                  <a:spcPts val="1877"/>
                </a:lnSpc>
              </a:pPr>
              <a:r>
                <a:rPr lang="en-US" b="true" sz="180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Total Cost • Profit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83439" y="343091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260749" y="9595561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915244" y="781796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2" y="0"/>
                </a:lnTo>
                <a:lnTo>
                  <a:pt x="688112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44000" y="9629"/>
            <a:ext cx="941563" cy="1139562"/>
          </a:xfrm>
          <a:custGeom>
            <a:avLst/>
            <a:gdLst/>
            <a:ahLst/>
            <a:cxnLst/>
            <a:rect r="r" b="b" t="t" l="l"/>
            <a:pathLst>
              <a:path h="1139562" w="941563">
                <a:moveTo>
                  <a:pt x="0" y="0"/>
                </a:moveTo>
                <a:lnTo>
                  <a:pt x="941563" y="0"/>
                </a:lnTo>
                <a:lnTo>
                  <a:pt x="941563" y="1139562"/>
                </a:lnTo>
                <a:lnTo>
                  <a:pt x="0" y="11395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647902" y="3414118"/>
            <a:ext cx="1390852" cy="1149191"/>
          </a:xfrm>
          <a:custGeom>
            <a:avLst/>
            <a:gdLst/>
            <a:ahLst/>
            <a:cxnLst/>
            <a:rect r="r" b="b" t="t" l="l"/>
            <a:pathLst>
              <a:path h="1149191" w="1390852">
                <a:moveTo>
                  <a:pt x="0" y="0"/>
                </a:moveTo>
                <a:lnTo>
                  <a:pt x="1390852" y="0"/>
                </a:lnTo>
                <a:lnTo>
                  <a:pt x="1390852" y="1149191"/>
                </a:lnTo>
                <a:lnTo>
                  <a:pt x="0" y="11491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515625" y="9706574"/>
            <a:ext cx="1004106" cy="1149191"/>
          </a:xfrm>
          <a:custGeom>
            <a:avLst/>
            <a:gdLst/>
            <a:ahLst/>
            <a:cxnLst/>
            <a:rect r="r" b="b" t="t" l="l"/>
            <a:pathLst>
              <a:path h="1149191" w="1004106">
                <a:moveTo>
                  <a:pt x="0" y="0"/>
                </a:moveTo>
                <a:lnTo>
                  <a:pt x="1004106" y="0"/>
                </a:lnTo>
                <a:lnTo>
                  <a:pt x="1004106" y="1149192"/>
                </a:lnTo>
                <a:lnTo>
                  <a:pt x="0" y="11491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6999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583150" y="6750182"/>
            <a:ext cx="953829" cy="1149191"/>
          </a:xfrm>
          <a:custGeom>
            <a:avLst/>
            <a:gdLst/>
            <a:ahLst/>
            <a:cxnLst/>
            <a:rect r="r" b="b" t="t" l="l"/>
            <a:pathLst>
              <a:path h="1149191" w="953829">
                <a:moveTo>
                  <a:pt x="0" y="0"/>
                </a:moveTo>
                <a:lnTo>
                  <a:pt x="953829" y="0"/>
                </a:lnTo>
                <a:lnTo>
                  <a:pt x="953829" y="1149191"/>
                </a:lnTo>
                <a:lnTo>
                  <a:pt x="0" y="114919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6999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4E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98053" y="1342929"/>
            <a:ext cx="5147270" cy="8229600"/>
            <a:chOff x="0" y="0"/>
            <a:chExt cx="797447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7447" cy="1274980"/>
            </a:xfrm>
            <a:custGeom>
              <a:avLst/>
              <a:gdLst/>
              <a:ahLst/>
              <a:cxnLst/>
              <a:rect r="r" b="b" t="t" l="l"/>
              <a:pathLst>
                <a:path h="1274980" w="797447">
                  <a:moveTo>
                    <a:pt x="34594" y="0"/>
                  </a:moveTo>
                  <a:lnTo>
                    <a:pt x="762853" y="0"/>
                  </a:lnTo>
                  <a:cubicBezTo>
                    <a:pt x="772028" y="0"/>
                    <a:pt x="780827" y="3645"/>
                    <a:pt x="787314" y="10132"/>
                  </a:cubicBezTo>
                  <a:cubicBezTo>
                    <a:pt x="793802" y="16620"/>
                    <a:pt x="797447" y="25419"/>
                    <a:pt x="797447" y="34594"/>
                  </a:cubicBezTo>
                  <a:lnTo>
                    <a:pt x="797447" y="1240386"/>
                  </a:lnTo>
                  <a:cubicBezTo>
                    <a:pt x="797447" y="1249561"/>
                    <a:pt x="793802" y="1258360"/>
                    <a:pt x="787314" y="1264848"/>
                  </a:cubicBezTo>
                  <a:cubicBezTo>
                    <a:pt x="780827" y="1271336"/>
                    <a:pt x="772028" y="1274980"/>
                    <a:pt x="762853" y="1274980"/>
                  </a:cubicBezTo>
                  <a:lnTo>
                    <a:pt x="34594" y="1274980"/>
                  </a:lnTo>
                  <a:cubicBezTo>
                    <a:pt x="15488" y="1274980"/>
                    <a:pt x="0" y="1259492"/>
                    <a:pt x="0" y="1240386"/>
                  </a:cubicBezTo>
                  <a:lnTo>
                    <a:pt x="0" y="34594"/>
                  </a:lnTo>
                  <a:cubicBezTo>
                    <a:pt x="0" y="25419"/>
                    <a:pt x="3645" y="16620"/>
                    <a:pt x="10132" y="10132"/>
                  </a:cubicBezTo>
                  <a:cubicBezTo>
                    <a:pt x="16620" y="3645"/>
                    <a:pt x="25419" y="0"/>
                    <a:pt x="34594" y="0"/>
                  </a:cubicBezTo>
                  <a:close/>
                </a:path>
              </a:pathLst>
            </a:custGeom>
            <a:blipFill>
              <a:blip r:embed="rId2"/>
              <a:stretch>
                <a:fillRect l="-463" t="0" r="-46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6785780"/>
            <a:ext cx="4819696" cy="2472520"/>
            <a:chOff x="0" y="0"/>
            <a:chExt cx="1269385" cy="6511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9385" cy="651199"/>
            </a:xfrm>
            <a:custGeom>
              <a:avLst/>
              <a:gdLst/>
              <a:ahLst/>
              <a:cxnLst/>
              <a:rect r="r" b="b" t="t" l="l"/>
              <a:pathLst>
                <a:path h="651199" w="1269385">
                  <a:moveTo>
                    <a:pt x="36945" y="0"/>
                  </a:moveTo>
                  <a:lnTo>
                    <a:pt x="1232440" y="0"/>
                  </a:lnTo>
                  <a:cubicBezTo>
                    <a:pt x="1252844" y="0"/>
                    <a:pt x="1269385" y="16541"/>
                    <a:pt x="1269385" y="36945"/>
                  </a:cubicBezTo>
                  <a:lnTo>
                    <a:pt x="1269385" y="614253"/>
                  </a:lnTo>
                  <a:cubicBezTo>
                    <a:pt x="1269385" y="634658"/>
                    <a:pt x="1252844" y="651199"/>
                    <a:pt x="1232440" y="651199"/>
                  </a:cubicBezTo>
                  <a:lnTo>
                    <a:pt x="36945" y="651199"/>
                  </a:lnTo>
                  <a:cubicBezTo>
                    <a:pt x="16541" y="651199"/>
                    <a:pt x="0" y="634658"/>
                    <a:pt x="0" y="614253"/>
                  </a:cubicBezTo>
                  <a:lnTo>
                    <a:pt x="0" y="36945"/>
                  </a:lnTo>
                  <a:cubicBezTo>
                    <a:pt x="0" y="16541"/>
                    <a:pt x="16541" y="0"/>
                    <a:pt x="369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69385" cy="689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88198" y="5610285"/>
            <a:ext cx="5353357" cy="2472520"/>
            <a:chOff x="0" y="0"/>
            <a:chExt cx="1409938" cy="6511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09938" cy="651199"/>
            </a:xfrm>
            <a:custGeom>
              <a:avLst/>
              <a:gdLst/>
              <a:ahLst/>
              <a:cxnLst/>
              <a:rect r="r" b="b" t="t" l="l"/>
              <a:pathLst>
                <a:path h="651199" w="1409938">
                  <a:moveTo>
                    <a:pt x="33262" y="0"/>
                  </a:moveTo>
                  <a:lnTo>
                    <a:pt x="1376676" y="0"/>
                  </a:lnTo>
                  <a:cubicBezTo>
                    <a:pt x="1395046" y="0"/>
                    <a:pt x="1409938" y="14892"/>
                    <a:pt x="1409938" y="33262"/>
                  </a:cubicBezTo>
                  <a:lnTo>
                    <a:pt x="1409938" y="617936"/>
                  </a:lnTo>
                  <a:cubicBezTo>
                    <a:pt x="1409938" y="636307"/>
                    <a:pt x="1395046" y="651199"/>
                    <a:pt x="1376676" y="651199"/>
                  </a:cubicBezTo>
                  <a:lnTo>
                    <a:pt x="33262" y="651199"/>
                  </a:lnTo>
                  <a:cubicBezTo>
                    <a:pt x="24440" y="651199"/>
                    <a:pt x="15980" y="647694"/>
                    <a:pt x="9742" y="641456"/>
                  </a:cubicBezTo>
                  <a:cubicBezTo>
                    <a:pt x="3504" y="635218"/>
                    <a:pt x="0" y="626758"/>
                    <a:pt x="0" y="617936"/>
                  </a:cubicBezTo>
                  <a:lnTo>
                    <a:pt x="0" y="33262"/>
                  </a:lnTo>
                  <a:cubicBezTo>
                    <a:pt x="0" y="14892"/>
                    <a:pt x="14892" y="0"/>
                    <a:pt x="332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000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09938" cy="689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508761" y="6135910"/>
            <a:ext cx="1475253" cy="1299741"/>
          </a:xfrm>
          <a:custGeom>
            <a:avLst/>
            <a:gdLst/>
            <a:ahLst/>
            <a:cxnLst/>
            <a:rect r="r" b="b" t="t" l="l"/>
            <a:pathLst>
              <a:path h="1299741" w="1475253">
                <a:moveTo>
                  <a:pt x="0" y="0"/>
                </a:moveTo>
                <a:lnTo>
                  <a:pt x="1475254" y="0"/>
                </a:lnTo>
                <a:lnTo>
                  <a:pt x="1475254" y="1299741"/>
                </a:lnTo>
                <a:lnTo>
                  <a:pt x="0" y="1299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6256" y="7264800"/>
            <a:ext cx="1244845" cy="1293854"/>
          </a:xfrm>
          <a:custGeom>
            <a:avLst/>
            <a:gdLst/>
            <a:ahLst/>
            <a:cxnLst/>
            <a:rect r="r" b="b" t="t" l="l"/>
            <a:pathLst>
              <a:path h="1293854" w="1244845">
                <a:moveTo>
                  <a:pt x="0" y="0"/>
                </a:moveTo>
                <a:lnTo>
                  <a:pt x="1244844" y="0"/>
                </a:lnTo>
                <a:lnTo>
                  <a:pt x="1244844" y="1293854"/>
                </a:lnTo>
                <a:lnTo>
                  <a:pt x="0" y="1293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31298" y="3492500"/>
            <a:ext cx="5600369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Kolom tanggal masih bertipe Object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Tidak ada informasi pelanggan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Tidak ada informasi diskon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Tidak ada metode pembayaran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08761" y="2935160"/>
            <a:ext cx="4924255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8"/>
              </a:lnSpc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Dataset Challenges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528401"/>
            <a:ext cx="4819696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Dataset ini memiliki potensi besar untuk berbagai jenis analisis bisnis dan pengembangan dashboard interaktif.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4141" y="1776835"/>
            <a:ext cx="4924255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0"/>
              </a:lnSpc>
            </a:pPr>
            <a:r>
              <a:rPr lang="en-US" b="true" sz="5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Potensi Analisis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411" y="4749776"/>
            <a:ext cx="1073881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b="true" sz="3600" spc="-23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78678" y="4863648"/>
            <a:ext cx="4924255" cy="26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</a:pPr>
            <a:r>
              <a:rPr lang="en-US" b="true" sz="19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Kinerja Penjualan &amp; Analisis Pendapatan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8411" y="5559600"/>
            <a:ext cx="1073881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b="true" sz="3600" spc="-23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08636" y="5717516"/>
            <a:ext cx="4924255" cy="26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</a:pPr>
            <a:r>
              <a:rPr lang="en-US" b="true" sz="19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Analisis Produk, Regional &amp; Dashboard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39696" y="7782102"/>
            <a:ext cx="2908700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</a:pPr>
            <a:r>
              <a:rPr lang="en-US" b="true" sz="2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Analisis Keuntungan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27562" y="6484155"/>
            <a:ext cx="3045537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</a:pPr>
            <a:r>
              <a:rPr lang="en-US" b="true" sz="2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Pengembangan Dashboard Bisnis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706400" y="-1374447"/>
            <a:ext cx="3141996" cy="3141996"/>
          </a:xfrm>
          <a:custGeom>
            <a:avLst/>
            <a:gdLst/>
            <a:ahLst/>
            <a:cxnLst/>
            <a:rect r="r" b="b" t="t" l="l"/>
            <a:pathLst>
              <a:path h="3141996" w="3141996">
                <a:moveTo>
                  <a:pt x="0" y="0"/>
                </a:moveTo>
                <a:lnTo>
                  <a:pt x="3141996" y="0"/>
                </a:lnTo>
                <a:lnTo>
                  <a:pt x="3141996" y="3141996"/>
                </a:lnTo>
                <a:lnTo>
                  <a:pt x="0" y="3141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173098" y="2366682"/>
            <a:ext cx="2363633" cy="2363633"/>
          </a:xfrm>
          <a:custGeom>
            <a:avLst/>
            <a:gdLst/>
            <a:ahLst/>
            <a:cxnLst/>
            <a:rect r="r" b="b" t="t" l="l"/>
            <a:pathLst>
              <a:path h="2363633" w="2363633">
                <a:moveTo>
                  <a:pt x="0" y="0"/>
                </a:moveTo>
                <a:lnTo>
                  <a:pt x="2363633" y="0"/>
                </a:lnTo>
                <a:lnTo>
                  <a:pt x="2363633" y="2363633"/>
                </a:lnTo>
                <a:lnTo>
                  <a:pt x="0" y="2363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129264" y="4457891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59300" y="8915496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8"/>
                </a:lnTo>
                <a:lnTo>
                  <a:pt x="0" y="685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143918" y="89820"/>
            <a:ext cx="901679" cy="1139562"/>
          </a:xfrm>
          <a:custGeom>
            <a:avLst/>
            <a:gdLst/>
            <a:ahLst/>
            <a:cxnLst/>
            <a:rect r="r" b="b" t="t" l="l"/>
            <a:pathLst>
              <a:path h="1139562" w="901679">
                <a:moveTo>
                  <a:pt x="0" y="0"/>
                </a:moveTo>
                <a:lnTo>
                  <a:pt x="901679" y="0"/>
                </a:lnTo>
                <a:lnTo>
                  <a:pt x="901679" y="1139562"/>
                </a:lnTo>
                <a:lnTo>
                  <a:pt x="0" y="1139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001385" y="9501670"/>
            <a:ext cx="1115274" cy="1116204"/>
          </a:xfrm>
          <a:custGeom>
            <a:avLst/>
            <a:gdLst/>
            <a:ahLst/>
            <a:cxnLst/>
            <a:rect r="r" b="b" t="t" l="l"/>
            <a:pathLst>
              <a:path h="1116204" w="1115274">
                <a:moveTo>
                  <a:pt x="0" y="0"/>
                </a:moveTo>
                <a:lnTo>
                  <a:pt x="1115274" y="0"/>
                </a:lnTo>
                <a:lnTo>
                  <a:pt x="1115274" y="1116204"/>
                </a:lnTo>
                <a:lnTo>
                  <a:pt x="0" y="11162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742985" y="-147263"/>
            <a:ext cx="1288683" cy="1173239"/>
          </a:xfrm>
          <a:custGeom>
            <a:avLst/>
            <a:gdLst/>
            <a:ahLst/>
            <a:cxnLst/>
            <a:rect r="r" b="b" t="t" l="l"/>
            <a:pathLst>
              <a:path h="1173239" w="1288683">
                <a:moveTo>
                  <a:pt x="0" y="0"/>
                </a:moveTo>
                <a:lnTo>
                  <a:pt x="1288683" y="0"/>
                </a:lnTo>
                <a:lnTo>
                  <a:pt x="1288683" y="1173238"/>
                </a:lnTo>
                <a:lnTo>
                  <a:pt x="0" y="1173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4E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52102" y="-2756825"/>
            <a:ext cx="8536264" cy="8536264"/>
          </a:xfrm>
          <a:custGeom>
            <a:avLst/>
            <a:gdLst/>
            <a:ahLst/>
            <a:cxnLst/>
            <a:rect r="r" b="b" t="t" l="l"/>
            <a:pathLst>
              <a:path h="8536264" w="8536264">
                <a:moveTo>
                  <a:pt x="0" y="0"/>
                </a:moveTo>
                <a:lnTo>
                  <a:pt x="8536264" y="0"/>
                </a:lnTo>
                <a:lnTo>
                  <a:pt x="8536264" y="8536264"/>
                </a:lnTo>
                <a:lnTo>
                  <a:pt x="0" y="8536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91354" y="5021005"/>
            <a:ext cx="8767495" cy="8767495"/>
          </a:xfrm>
          <a:custGeom>
            <a:avLst/>
            <a:gdLst/>
            <a:ahLst/>
            <a:cxnLst/>
            <a:rect r="r" b="b" t="t" l="l"/>
            <a:pathLst>
              <a:path h="8767495" w="8767495">
                <a:moveTo>
                  <a:pt x="0" y="0"/>
                </a:moveTo>
                <a:lnTo>
                  <a:pt x="8767495" y="0"/>
                </a:lnTo>
                <a:lnTo>
                  <a:pt x="8767495" y="8767495"/>
                </a:lnTo>
                <a:lnTo>
                  <a:pt x="0" y="8767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41425" y="2163694"/>
            <a:ext cx="8302866" cy="3938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35"/>
              </a:lnSpc>
            </a:pPr>
            <a:r>
              <a:rPr lang="en-US" b="true" sz="29635" spc="-1896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hank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870" y="1605544"/>
            <a:ext cx="3936106" cy="567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80"/>
              </a:lnSpc>
            </a:pPr>
            <a:r>
              <a:rPr lang="en-US" sz="42680" spc="-2731">
                <a:solidFill>
                  <a:srgbClr val="FFFFFF"/>
                </a:solidFill>
                <a:latin typeface="Pinyon Script"/>
                <a:ea typeface="Pinyon Script"/>
                <a:cs typeface="Pinyon Script"/>
                <a:sym typeface="Pinyon Script"/>
              </a:rPr>
              <a:t>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74391" y="5285946"/>
            <a:ext cx="11289921" cy="378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13"/>
              </a:lnSpc>
            </a:pPr>
            <a:r>
              <a:rPr lang="en-US" b="true" sz="28413" spc="-1818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You!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945" y="1997592"/>
            <a:ext cx="3562331" cy="3562331"/>
          </a:xfrm>
          <a:custGeom>
            <a:avLst/>
            <a:gdLst/>
            <a:ahLst/>
            <a:cxnLst/>
            <a:rect r="r" b="b" t="t" l="l"/>
            <a:pathLst>
              <a:path h="3562331" w="3562331">
                <a:moveTo>
                  <a:pt x="0" y="0"/>
                </a:moveTo>
                <a:lnTo>
                  <a:pt x="3562332" y="0"/>
                </a:lnTo>
                <a:lnTo>
                  <a:pt x="3562332" y="3562331"/>
                </a:lnTo>
                <a:lnTo>
                  <a:pt x="0" y="3562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28810" y="7601397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04875" y="1366988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93501" y="2409837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3555" y="3095446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424979" y="9014801"/>
            <a:ext cx="688111" cy="685609"/>
          </a:xfrm>
          <a:custGeom>
            <a:avLst/>
            <a:gdLst/>
            <a:ahLst/>
            <a:cxnLst/>
            <a:rect r="r" b="b" t="t" l="l"/>
            <a:pathLst>
              <a:path h="685609" w="688111">
                <a:moveTo>
                  <a:pt x="0" y="0"/>
                </a:moveTo>
                <a:lnTo>
                  <a:pt x="688111" y="0"/>
                </a:lnTo>
                <a:lnTo>
                  <a:pt x="688111" y="685609"/>
                </a:lnTo>
                <a:lnTo>
                  <a:pt x="0" y="685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6870" y="5418650"/>
            <a:ext cx="735292" cy="728858"/>
          </a:xfrm>
          <a:custGeom>
            <a:avLst/>
            <a:gdLst/>
            <a:ahLst/>
            <a:cxnLst/>
            <a:rect r="r" b="b" t="t" l="l"/>
            <a:pathLst>
              <a:path h="728858" w="735292">
                <a:moveTo>
                  <a:pt x="0" y="0"/>
                </a:moveTo>
                <a:lnTo>
                  <a:pt x="735292" y="0"/>
                </a:lnTo>
                <a:lnTo>
                  <a:pt x="735292" y="728858"/>
                </a:lnTo>
                <a:lnTo>
                  <a:pt x="0" y="7288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414446" y="7836898"/>
            <a:ext cx="857480" cy="728858"/>
          </a:xfrm>
          <a:custGeom>
            <a:avLst/>
            <a:gdLst/>
            <a:ahLst/>
            <a:cxnLst/>
            <a:rect r="r" b="b" t="t" l="l"/>
            <a:pathLst>
              <a:path h="728858" w="857480">
                <a:moveTo>
                  <a:pt x="0" y="0"/>
                </a:moveTo>
                <a:lnTo>
                  <a:pt x="857481" y="0"/>
                </a:lnTo>
                <a:lnTo>
                  <a:pt x="857481" y="728858"/>
                </a:lnTo>
                <a:lnTo>
                  <a:pt x="0" y="7288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978939" y="345071"/>
            <a:ext cx="886150" cy="728858"/>
          </a:xfrm>
          <a:custGeom>
            <a:avLst/>
            <a:gdLst/>
            <a:ahLst/>
            <a:cxnLst/>
            <a:rect r="r" b="b" t="t" l="l"/>
            <a:pathLst>
              <a:path h="728858" w="886150">
                <a:moveTo>
                  <a:pt x="0" y="0"/>
                </a:moveTo>
                <a:lnTo>
                  <a:pt x="886150" y="0"/>
                </a:lnTo>
                <a:lnTo>
                  <a:pt x="886150" y="728858"/>
                </a:lnTo>
                <a:lnTo>
                  <a:pt x="0" y="7288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48674" y="1884696"/>
            <a:ext cx="717133" cy="690539"/>
          </a:xfrm>
          <a:custGeom>
            <a:avLst/>
            <a:gdLst/>
            <a:ahLst/>
            <a:cxnLst/>
            <a:rect r="r" b="b" t="t" l="l"/>
            <a:pathLst>
              <a:path h="690539" w="717133">
                <a:moveTo>
                  <a:pt x="0" y="0"/>
                </a:moveTo>
                <a:lnTo>
                  <a:pt x="717133" y="0"/>
                </a:lnTo>
                <a:lnTo>
                  <a:pt x="717133" y="690539"/>
                </a:lnTo>
                <a:lnTo>
                  <a:pt x="0" y="69053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16119" y="6865940"/>
            <a:ext cx="441581" cy="735457"/>
          </a:xfrm>
          <a:custGeom>
            <a:avLst/>
            <a:gdLst/>
            <a:ahLst/>
            <a:cxnLst/>
            <a:rect r="r" b="b" t="t" l="l"/>
            <a:pathLst>
              <a:path h="735457" w="441581">
                <a:moveTo>
                  <a:pt x="0" y="0"/>
                </a:moveTo>
                <a:lnTo>
                  <a:pt x="441581" y="0"/>
                </a:lnTo>
                <a:lnTo>
                  <a:pt x="441581" y="735457"/>
                </a:lnTo>
                <a:lnTo>
                  <a:pt x="0" y="7354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6999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621189" y="9307896"/>
            <a:ext cx="720748" cy="735457"/>
          </a:xfrm>
          <a:custGeom>
            <a:avLst/>
            <a:gdLst/>
            <a:ahLst/>
            <a:cxnLst/>
            <a:rect r="r" b="b" t="t" l="l"/>
            <a:pathLst>
              <a:path h="735457" w="720748">
                <a:moveTo>
                  <a:pt x="0" y="0"/>
                </a:moveTo>
                <a:lnTo>
                  <a:pt x="720748" y="0"/>
                </a:lnTo>
                <a:lnTo>
                  <a:pt x="720748" y="735457"/>
                </a:lnTo>
                <a:lnTo>
                  <a:pt x="0" y="73545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6999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DAHRhSD32l4</dc:identifier>
  <dcterms:modified xsi:type="dcterms:W3CDTF">2011-08-01T06:04:30Z</dcterms:modified>
  <cp:revision>1</cp:revision>
  <dc:title>Initial Dataset Analysis: 100k Sales Records</dc:title>
</cp:coreProperties>
</file>